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59" r:id="rId5"/>
    <p:sldId id="257" r:id="rId6"/>
    <p:sldId id="258" r:id="rId7"/>
    <p:sldId id="260" r:id="rId8"/>
    <p:sldId id="263" r:id="rId9"/>
    <p:sldId id="264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Gonzalez Lemus" userId="872df6be-1146-41f0-b15f-68aef8d7e096" providerId="ADAL" clId="{024EC986-16F7-4D5D-8B96-12D4CE41AF73}"/>
    <pc:docChg chg="modSld">
      <pc:chgData name="Fernando Gonzalez Lemus" userId="872df6be-1146-41f0-b15f-68aef8d7e096" providerId="ADAL" clId="{024EC986-16F7-4D5D-8B96-12D4CE41AF73}" dt="2025-08-26T12:55:46.015" v="23" actId="14100"/>
      <pc:docMkLst>
        <pc:docMk/>
      </pc:docMkLst>
      <pc:sldChg chg="modSp mod">
        <pc:chgData name="Fernando Gonzalez Lemus" userId="872df6be-1146-41f0-b15f-68aef8d7e096" providerId="ADAL" clId="{024EC986-16F7-4D5D-8B96-12D4CE41AF73}" dt="2025-08-26T12:55:46.015" v="23" actId="14100"/>
        <pc:sldMkLst>
          <pc:docMk/>
          <pc:sldMk cId="1596668950" sldId="260"/>
        </pc:sldMkLst>
        <pc:spChg chg="mod">
          <ac:chgData name="Fernando Gonzalez Lemus" userId="872df6be-1146-41f0-b15f-68aef8d7e096" providerId="ADAL" clId="{024EC986-16F7-4D5D-8B96-12D4CE41AF73}" dt="2025-08-26T12:55:46.015" v="23" actId="14100"/>
          <ac:spMkLst>
            <pc:docMk/>
            <pc:sldMk cId="1596668950" sldId="260"/>
            <ac:spMk id="6" creationId="{CB4F9326-F468-40B9-405C-AF24701B30AF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5C0F0D-CBEE-4FFF-AD1B-F65C477DEC7C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0356761-837B-43CF-B0CD-68EF52C6F07B}">
      <dgm:prSet/>
      <dgm:spPr/>
      <dgm:t>
        <a:bodyPr/>
        <a:lstStyle/>
        <a:p>
          <a:r>
            <a:rPr lang="es-MX" b="1"/>
            <a:t>Niveles de Criticidad:</a:t>
          </a:r>
          <a:endParaRPr lang="en-US"/>
        </a:p>
      </dgm:t>
    </dgm:pt>
    <dgm:pt modelId="{4F4AC39B-2C2B-42CF-BBA7-CD7FFAC1A632}" type="parTrans" cxnId="{4C0053D3-803D-43DE-B6C7-A94C7600A58B}">
      <dgm:prSet/>
      <dgm:spPr/>
      <dgm:t>
        <a:bodyPr/>
        <a:lstStyle/>
        <a:p>
          <a:endParaRPr lang="en-US"/>
        </a:p>
      </dgm:t>
    </dgm:pt>
    <dgm:pt modelId="{4E4FA20A-8B74-4486-BCE9-6A4C4701DF81}" type="sibTrans" cxnId="{4C0053D3-803D-43DE-B6C7-A94C7600A58B}">
      <dgm:prSet/>
      <dgm:spPr/>
      <dgm:t>
        <a:bodyPr/>
        <a:lstStyle/>
        <a:p>
          <a:endParaRPr lang="en-US"/>
        </a:p>
      </dgm:t>
    </dgm:pt>
    <dgm:pt modelId="{AFC13CA8-3265-4C8E-8148-1BBC37761549}">
      <dgm:prSet/>
      <dgm:spPr/>
      <dgm:t>
        <a:bodyPr/>
        <a:lstStyle/>
        <a:p>
          <a:r>
            <a:rPr lang="es-MX" b="1"/>
            <a:t>Alta:</a:t>
          </a:r>
          <a:r>
            <a:rPr lang="es-MX"/>
            <a:t> Activos críticos para las operaciones de la empresa, cuya pérdida o compromiso tendría un impacto significativo.</a:t>
          </a:r>
          <a:endParaRPr lang="en-US"/>
        </a:p>
      </dgm:t>
    </dgm:pt>
    <dgm:pt modelId="{828BC99F-8EF8-435D-A428-4F55B134CC73}" type="parTrans" cxnId="{4BE7A143-9B92-4A8E-8435-F5951B12278F}">
      <dgm:prSet/>
      <dgm:spPr/>
      <dgm:t>
        <a:bodyPr/>
        <a:lstStyle/>
        <a:p>
          <a:endParaRPr lang="en-US"/>
        </a:p>
      </dgm:t>
    </dgm:pt>
    <dgm:pt modelId="{FE2DC7FF-106F-4736-A18A-28194636CEDC}" type="sibTrans" cxnId="{4BE7A143-9B92-4A8E-8435-F5951B12278F}">
      <dgm:prSet/>
      <dgm:spPr/>
      <dgm:t>
        <a:bodyPr/>
        <a:lstStyle/>
        <a:p>
          <a:endParaRPr lang="en-US"/>
        </a:p>
      </dgm:t>
    </dgm:pt>
    <dgm:pt modelId="{4543236A-CED1-4575-9ADA-0F4CA741245A}">
      <dgm:prSet/>
      <dgm:spPr/>
      <dgm:t>
        <a:bodyPr/>
        <a:lstStyle/>
        <a:p>
          <a:r>
            <a:rPr lang="es-MX" b="1"/>
            <a:t>Media:</a:t>
          </a:r>
          <a:r>
            <a:rPr lang="es-MX"/>
            <a:t> Activos importantes para las operaciones, pero cuya pérdida o compromiso tendría un impacto menor.</a:t>
          </a:r>
          <a:endParaRPr lang="en-US"/>
        </a:p>
      </dgm:t>
    </dgm:pt>
    <dgm:pt modelId="{4D7D8BB6-6F34-4070-831A-7793D5AF64F8}" type="parTrans" cxnId="{7F508064-7A9D-4B8C-800F-5D1083A98907}">
      <dgm:prSet/>
      <dgm:spPr/>
      <dgm:t>
        <a:bodyPr/>
        <a:lstStyle/>
        <a:p>
          <a:endParaRPr lang="en-US"/>
        </a:p>
      </dgm:t>
    </dgm:pt>
    <dgm:pt modelId="{4928827F-3430-45C0-8625-E2DBBF9F2C09}" type="sibTrans" cxnId="{7F508064-7A9D-4B8C-800F-5D1083A98907}">
      <dgm:prSet/>
      <dgm:spPr/>
      <dgm:t>
        <a:bodyPr/>
        <a:lstStyle/>
        <a:p>
          <a:endParaRPr lang="en-US"/>
        </a:p>
      </dgm:t>
    </dgm:pt>
    <dgm:pt modelId="{0FB4E7BB-39A0-4274-B84E-E876E6179E71}">
      <dgm:prSet/>
      <dgm:spPr/>
      <dgm:t>
        <a:bodyPr/>
        <a:lstStyle/>
        <a:p>
          <a:r>
            <a:rPr lang="es-MX" b="1"/>
            <a:t>Baja:</a:t>
          </a:r>
          <a:r>
            <a:rPr lang="es-MX"/>
            <a:t> Activos de menor importancia, cuya pérdida o compromiso tendría un impacto limitado.</a:t>
          </a:r>
          <a:endParaRPr lang="en-US"/>
        </a:p>
      </dgm:t>
    </dgm:pt>
    <dgm:pt modelId="{5059BD0E-3F76-4927-B9CA-9A4B48A1D06D}" type="parTrans" cxnId="{794E3136-2CF0-4582-808E-EB9F14599A76}">
      <dgm:prSet/>
      <dgm:spPr/>
      <dgm:t>
        <a:bodyPr/>
        <a:lstStyle/>
        <a:p>
          <a:endParaRPr lang="en-US"/>
        </a:p>
      </dgm:t>
    </dgm:pt>
    <dgm:pt modelId="{B6CAF977-1D20-46EE-8907-D8B38A447E53}" type="sibTrans" cxnId="{794E3136-2CF0-4582-808E-EB9F14599A76}">
      <dgm:prSet/>
      <dgm:spPr/>
      <dgm:t>
        <a:bodyPr/>
        <a:lstStyle/>
        <a:p>
          <a:endParaRPr lang="en-US"/>
        </a:p>
      </dgm:t>
    </dgm:pt>
    <dgm:pt modelId="{CCE92EF6-DA1E-4DB2-B430-01AF45998A6B}" type="pres">
      <dgm:prSet presAssocID="{D35C0F0D-CBEE-4FFF-AD1B-F65C477DEC7C}" presName="outerComposite" presStyleCnt="0">
        <dgm:presLayoutVars>
          <dgm:chMax val="5"/>
          <dgm:dir/>
          <dgm:resizeHandles val="exact"/>
        </dgm:presLayoutVars>
      </dgm:prSet>
      <dgm:spPr/>
    </dgm:pt>
    <dgm:pt modelId="{A3AD8847-2F0F-4E9B-BD39-70B723B7750F}" type="pres">
      <dgm:prSet presAssocID="{D35C0F0D-CBEE-4FFF-AD1B-F65C477DEC7C}" presName="dummyMaxCanvas" presStyleCnt="0">
        <dgm:presLayoutVars/>
      </dgm:prSet>
      <dgm:spPr/>
    </dgm:pt>
    <dgm:pt modelId="{F94A2435-4674-49F1-BF7B-33C0AA31D3C9}" type="pres">
      <dgm:prSet presAssocID="{D35C0F0D-CBEE-4FFF-AD1B-F65C477DEC7C}" presName="FourNodes_1" presStyleLbl="node1" presStyleIdx="0" presStyleCnt="4">
        <dgm:presLayoutVars>
          <dgm:bulletEnabled val="1"/>
        </dgm:presLayoutVars>
      </dgm:prSet>
      <dgm:spPr/>
    </dgm:pt>
    <dgm:pt modelId="{9A5A1117-81E3-45B3-B766-059E059D966E}" type="pres">
      <dgm:prSet presAssocID="{D35C0F0D-CBEE-4FFF-AD1B-F65C477DEC7C}" presName="FourNodes_2" presStyleLbl="node1" presStyleIdx="1" presStyleCnt="4">
        <dgm:presLayoutVars>
          <dgm:bulletEnabled val="1"/>
        </dgm:presLayoutVars>
      </dgm:prSet>
      <dgm:spPr/>
    </dgm:pt>
    <dgm:pt modelId="{C0BEDDC1-0F67-40ED-A671-06094375139C}" type="pres">
      <dgm:prSet presAssocID="{D35C0F0D-CBEE-4FFF-AD1B-F65C477DEC7C}" presName="FourNodes_3" presStyleLbl="node1" presStyleIdx="2" presStyleCnt="4">
        <dgm:presLayoutVars>
          <dgm:bulletEnabled val="1"/>
        </dgm:presLayoutVars>
      </dgm:prSet>
      <dgm:spPr/>
    </dgm:pt>
    <dgm:pt modelId="{C6D4AA5E-83BD-4A2C-BC1E-3C2786EE2C31}" type="pres">
      <dgm:prSet presAssocID="{D35C0F0D-CBEE-4FFF-AD1B-F65C477DEC7C}" presName="FourNodes_4" presStyleLbl="node1" presStyleIdx="3" presStyleCnt="4">
        <dgm:presLayoutVars>
          <dgm:bulletEnabled val="1"/>
        </dgm:presLayoutVars>
      </dgm:prSet>
      <dgm:spPr/>
    </dgm:pt>
    <dgm:pt modelId="{B7A00528-B407-48C5-9F61-6FB80FDB1788}" type="pres">
      <dgm:prSet presAssocID="{D35C0F0D-CBEE-4FFF-AD1B-F65C477DEC7C}" presName="FourConn_1-2" presStyleLbl="fgAccFollowNode1" presStyleIdx="0" presStyleCnt="3">
        <dgm:presLayoutVars>
          <dgm:bulletEnabled val="1"/>
        </dgm:presLayoutVars>
      </dgm:prSet>
      <dgm:spPr/>
    </dgm:pt>
    <dgm:pt modelId="{AA31C8D7-A290-4773-9FE7-2AFB605AA78A}" type="pres">
      <dgm:prSet presAssocID="{D35C0F0D-CBEE-4FFF-AD1B-F65C477DEC7C}" presName="FourConn_2-3" presStyleLbl="fgAccFollowNode1" presStyleIdx="1" presStyleCnt="3">
        <dgm:presLayoutVars>
          <dgm:bulletEnabled val="1"/>
        </dgm:presLayoutVars>
      </dgm:prSet>
      <dgm:spPr/>
    </dgm:pt>
    <dgm:pt modelId="{ECC5911C-97A4-49BE-80FA-2DD61249F663}" type="pres">
      <dgm:prSet presAssocID="{D35C0F0D-CBEE-4FFF-AD1B-F65C477DEC7C}" presName="FourConn_3-4" presStyleLbl="fgAccFollowNode1" presStyleIdx="2" presStyleCnt="3">
        <dgm:presLayoutVars>
          <dgm:bulletEnabled val="1"/>
        </dgm:presLayoutVars>
      </dgm:prSet>
      <dgm:spPr/>
    </dgm:pt>
    <dgm:pt modelId="{AB425B8E-1362-476E-A91D-3F4C6E2AA344}" type="pres">
      <dgm:prSet presAssocID="{D35C0F0D-CBEE-4FFF-AD1B-F65C477DEC7C}" presName="FourNodes_1_text" presStyleLbl="node1" presStyleIdx="3" presStyleCnt="4">
        <dgm:presLayoutVars>
          <dgm:bulletEnabled val="1"/>
        </dgm:presLayoutVars>
      </dgm:prSet>
      <dgm:spPr/>
    </dgm:pt>
    <dgm:pt modelId="{0B7D8709-B3F2-4829-9DD2-B99D705594D3}" type="pres">
      <dgm:prSet presAssocID="{D35C0F0D-CBEE-4FFF-AD1B-F65C477DEC7C}" presName="FourNodes_2_text" presStyleLbl="node1" presStyleIdx="3" presStyleCnt="4">
        <dgm:presLayoutVars>
          <dgm:bulletEnabled val="1"/>
        </dgm:presLayoutVars>
      </dgm:prSet>
      <dgm:spPr/>
    </dgm:pt>
    <dgm:pt modelId="{8BC38B00-BE62-400C-8B22-1D2D80598AEC}" type="pres">
      <dgm:prSet presAssocID="{D35C0F0D-CBEE-4FFF-AD1B-F65C477DEC7C}" presName="FourNodes_3_text" presStyleLbl="node1" presStyleIdx="3" presStyleCnt="4">
        <dgm:presLayoutVars>
          <dgm:bulletEnabled val="1"/>
        </dgm:presLayoutVars>
      </dgm:prSet>
      <dgm:spPr/>
    </dgm:pt>
    <dgm:pt modelId="{4319FE2D-FFEA-4446-898C-5CDB7D9D001F}" type="pres">
      <dgm:prSet presAssocID="{D35C0F0D-CBEE-4FFF-AD1B-F65C477DEC7C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59969A11-BF06-479A-9FED-AD65DD94C4C6}" type="presOf" srcId="{B0356761-837B-43CF-B0CD-68EF52C6F07B}" destId="{AB425B8E-1362-476E-A91D-3F4C6E2AA344}" srcOrd="1" destOrd="0" presId="urn:microsoft.com/office/officeart/2005/8/layout/vProcess5"/>
    <dgm:cxn modelId="{1AF0731F-88B3-4EA9-8901-9AE02B7C26A5}" type="presOf" srcId="{B0356761-837B-43CF-B0CD-68EF52C6F07B}" destId="{F94A2435-4674-49F1-BF7B-33C0AA31D3C9}" srcOrd="0" destOrd="0" presId="urn:microsoft.com/office/officeart/2005/8/layout/vProcess5"/>
    <dgm:cxn modelId="{785F2A2F-8E0E-4634-B6AF-768313BFC169}" type="presOf" srcId="{AFC13CA8-3265-4C8E-8148-1BBC37761549}" destId="{9A5A1117-81E3-45B3-B766-059E059D966E}" srcOrd="0" destOrd="0" presId="urn:microsoft.com/office/officeart/2005/8/layout/vProcess5"/>
    <dgm:cxn modelId="{794E3136-2CF0-4582-808E-EB9F14599A76}" srcId="{D35C0F0D-CBEE-4FFF-AD1B-F65C477DEC7C}" destId="{0FB4E7BB-39A0-4274-B84E-E876E6179E71}" srcOrd="3" destOrd="0" parTransId="{5059BD0E-3F76-4927-B9CA-9A4B48A1D06D}" sibTransId="{B6CAF977-1D20-46EE-8907-D8B38A447E53}"/>
    <dgm:cxn modelId="{C701403E-701E-433A-ABBF-16F4C9EE7E85}" type="presOf" srcId="{4928827F-3430-45C0-8625-E2DBBF9F2C09}" destId="{ECC5911C-97A4-49BE-80FA-2DD61249F663}" srcOrd="0" destOrd="0" presId="urn:microsoft.com/office/officeart/2005/8/layout/vProcess5"/>
    <dgm:cxn modelId="{4BE7A143-9B92-4A8E-8435-F5951B12278F}" srcId="{D35C0F0D-CBEE-4FFF-AD1B-F65C477DEC7C}" destId="{AFC13CA8-3265-4C8E-8148-1BBC37761549}" srcOrd="1" destOrd="0" parTransId="{828BC99F-8EF8-435D-A428-4F55B134CC73}" sibTransId="{FE2DC7FF-106F-4736-A18A-28194636CEDC}"/>
    <dgm:cxn modelId="{7F508064-7A9D-4B8C-800F-5D1083A98907}" srcId="{D35C0F0D-CBEE-4FFF-AD1B-F65C477DEC7C}" destId="{4543236A-CED1-4575-9ADA-0F4CA741245A}" srcOrd="2" destOrd="0" parTransId="{4D7D8BB6-6F34-4070-831A-7793D5AF64F8}" sibTransId="{4928827F-3430-45C0-8625-E2DBBF9F2C09}"/>
    <dgm:cxn modelId="{5BE5EC6A-1A2B-448F-8B5A-3FB9503DCF95}" type="presOf" srcId="{4E4FA20A-8B74-4486-BCE9-6A4C4701DF81}" destId="{B7A00528-B407-48C5-9F61-6FB80FDB1788}" srcOrd="0" destOrd="0" presId="urn:microsoft.com/office/officeart/2005/8/layout/vProcess5"/>
    <dgm:cxn modelId="{D20EFB4C-EDD7-402C-96CC-D0607682FEAC}" type="presOf" srcId="{D35C0F0D-CBEE-4FFF-AD1B-F65C477DEC7C}" destId="{CCE92EF6-DA1E-4DB2-B430-01AF45998A6B}" srcOrd="0" destOrd="0" presId="urn:microsoft.com/office/officeart/2005/8/layout/vProcess5"/>
    <dgm:cxn modelId="{6B7C4F7D-0D42-4323-B6D8-B2F9B77B1A7C}" type="presOf" srcId="{0FB4E7BB-39A0-4274-B84E-E876E6179E71}" destId="{C6D4AA5E-83BD-4A2C-BC1E-3C2786EE2C31}" srcOrd="0" destOrd="0" presId="urn:microsoft.com/office/officeart/2005/8/layout/vProcess5"/>
    <dgm:cxn modelId="{BE37298D-F7A4-4C69-9D4D-7E2C5F041293}" type="presOf" srcId="{AFC13CA8-3265-4C8E-8148-1BBC37761549}" destId="{0B7D8709-B3F2-4829-9DD2-B99D705594D3}" srcOrd="1" destOrd="0" presId="urn:microsoft.com/office/officeart/2005/8/layout/vProcess5"/>
    <dgm:cxn modelId="{D42ACC9A-6EC8-4D1A-B856-2727040E7853}" type="presOf" srcId="{4543236A-CED1-4575-9ADA-0F4CA741245A}" destId="{C0BEDDC1-0F67-40ED-A671-06094375139C}" srcOrd="0" destOrd="0" presId="urn:microsoft.com/office/officeart/2005/8/layout/vProcess5"/>
    <dgm:cxn modelId="{B7C3D6A9-FE75-4047-AE7F-4C60E7E748C7}" type="presOf" srcId="{0FB4E7BB-39A0-4274-B84E-E876E6179E71}" destId="{4319FE2D-FFEA-4446-898C-5CDB7D9D001F}" srcOrd="1" destOrd="0" presId="urn:microsoft.com/office/officeart/2005/8/layout/vProcess5"/>
    <dgm:cxn modelId="{FA01D9B0-93B2-4318-BD96-321C7041AA6B}" type="presOf" srcId="{4543236A-CED1-4575-9ADA-0F4CA741245A}" destId="{8BC38B00-BE62-400C-8B22-1D2D80598AEC}" srcOrd="1" destOrd="0" presId="urn:microsoft.com/office/officeart/2005/8/layout/vProcess5"/>
    <dgm:cxn modelId="{7748BDB3-5500-4751-9515-70D8184FF448}" type="presOf" srcId="{FE2DC7FF-106F-4736-A18A-28194636CEDC}" destId="{AA31C8D7-A290-4773-9FE7-2AFB605AA78A}" srcOrd="0" destOrd="0" presId="urn:microsoft.com/office/officeart/2005/8/layout/vProcess5"/>
    <dgm:cxn modelId="{4C0053D3-803D-43DE-B6C7-A94C7600A58B}" srcId="{D35C0F0D-CBEE-4FFF-AD1B-F65C477DEC7C}" destId="{B0356761-837B-43CF-B0CD-68EF52C6F07B}" srcOrd="0" destOrd="0" parTransId="{4F4AC39B-2C2B-42CF-BBA7-CD7FFAC1A632}" sibTransId="{4E4FA20A-8B74-4486-BCE9-6A4C4701DF81}"/>
    <dgm:cxn modelId="{78B6D55A-603A-4131-97BF-A90B90E1D097}" type="presParOf" srcId="{CCE92EF6-DA1E-4DB2-B430-01AF45998A6B}" destId="{A3AD8847-2F0F-4E9B-BD39-70B723B7750F}" srcOrd="0" destOrd="0" presId="urn:microsoft.com/office/officeart/2005/8/layout/vProcess5"/>
    <dgm:cxn modelId="{E6E69747-DAFD-4DC9-A333-8D8929DDF169}" type="presParOf" srcId="{CCE92EF6-DA1E-4DB2-B430-01AF45998A6B}" destId="{F94A2435-4674-49F1-BF7B-33C0AA31D3C9}" srcOrd="1" destOrd="0" presId="urn:microsoft.com/office/officeart/2005/8/layout/vProcess5"/>
    <dgm:cxn modelId="{A506DF97-67FF-4EAB-BD3A-6351B3ACC924}" type="presParOf" srcId="{CCE92EF6-DA1E-4DB2-B430-01AF45998A6B}" destId="{9A5A1117-81E3-45B3-B766-059E059D966E}" srcOrd="2" destOrd="0" presId="urn:microsoft.com/office/officeart/2005/8/layout/vProcess5"/>
    <dgm:cxn modelId="{A9A0BA26-867F-4F58-9CD6-F652ED5D773E}" type="presParOf" srcId="{CCE92EF6-DA1E-4DB2-B430-01AF45998A6B}" destId="{C0BEDDC1-0F67-40ED-A671-06094375139C}" srcOrd="3" destOrd="0" presId="urn:microsoft.com/office/officeart/2005/8/layout/vProcess5"/>
    <dgm:cxn modelId="{D4DA217F-6A10-4593-8540-F3DEF8F8E834}" type="presParOf" srcId="{CCE92EF6-DA1E-4DB2-B430-01AF45998A6B}" destId="{C6D4AA5E-83BD-4A2C-BC1E-3C2786EE2C31}" srcOrd="4" destOrd="0" presId="urn:microsoft.com/office/officeart/2005/8/layout/vProcess5"/>
    <dgm:cxn modelId="{24250979-1483-43AC-A476-5543279BA486}" type="presParOf" srcId="{CCE92EF6-DA1E-4DB2-B430-01AF45998A6B}" destId="{B7A00528-B407-48C5-9F61-6FB80FDB1788}" srcOrd="5" destOrd="0" presId="urn:microsoft.com/office/officeart/2005/8/layout/vProcess5"/>
    <dgm:cxn modelId="{6D6E833B-9F5B-480E-BD0C-B6D912303411}" type="presParOf" srcId="{CCE92EF6-DA1E-4DB2-B430-01AF45998A6B}" destId="{AA31C8D7-A290-4773-9FE7-2AFB605AA78A}" srcOrd="6" destOrd="0" presId="urn:microsoft.com/office/officeart/2005/8/layout/vProcess5"/>
    <dgm:cxn modelId="{F433B54B-8C72-42CA-948A-0C004CB3BBC5}" type="presParOf" srcId="{CCE92EF6-DA1E-4DB2-B430-01AF45998A6B}" destId="{ECC5911C-97A4-49BE-80FA-2DD61249F663}" srcOrd="7" destOrd="0" presId="urn:microsoft.com/office/officeart/2005/8/layout/vProcess5"/>
    <dgm:cxn modelId="{059B243B-D0D2-41C5-B9ED-95C3ABE84272}" type="presParOf" srcId="{CCE92EF6-DA1E-4DB2-B430-01AF45998A6B}" destId="{AB425B8E-1362-476E-A91D-3F4C6E2AA344}" srcOrd="8" destOrd="0" presId="urn:microsoft.com/office/officeart/2005/8/layout/vProcess5"/>
    <dgm:cxn modelId="{39FE636D-AEFE-48F1-BBF4-CE5C66C3D431}" type="presParOf" srcId="{CCE92EF6-DA1E-4DB2-B430-01AF45998A6B}" destId="{0B7D8709-B3F2-4829-9DD2-B99D705594D3}" srcOrd="9" destOrd="0" presId="urn:microsoft.com/office/officeart/2005/8/layout/vProcess5"/>
    <dgm:cxn modelId="{F8B9BD09-DB80-4C27-86C6-ABB3510E8F87}" type="presParOf" srcId="{CCE92EF6-DA1E-4DB2-B430-01AF45998A6B}" destId="{8BC38B00-BE62-400C-8B22-1D2D80598AEC}" srcOrd="10" destOrd="0" presId="urn:microsoft.com/office/officeart/2005/8/layout/vProcess5"/>
    <dgm:cxn modelId="{277CD5B4-A13F-4F7B-A91D-5264FD1747AA}" type="presParOf" srcId="{CCE92EF6-DA1E-4DB2-B430-01AF45998A6B}" destId="{4319FE2D-FFEA-4446-898C-5CDB7D9D001F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F13459E-F2E8-4303-AE39-14E4EF5362B0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A6C3C54-E355-46EC-88E4-3B8C5A7180EA}">
      <dgm:prSet/>
      <dgm:spPr/>
      <dgm:t>
        <a:bodyPr/>
        <a:lstStyle/>
        <a:p>
          <a:r>
            <a:rPr lang="es-MX" b="1" i="0" baseline="0"/>
            <a:t>Riesgos Principales:</a:t>
          </a:r>
          <a:endParaRPr lang="en-US"/>
        </a:p>
      </dgm:t>
    </dgm:pt>
    <dgm:pt modelId="{DFC028CD-1F82-4646-8653-5999F08F697A}" type="parTrans" cxnId="{3B607F5E-A221-4230-A1E2-29AC33A0A873}">
      <dgm:prSet/>
      <dgm:spPr/>
      <dgm:t>
        <a:bodyPr/>
        <a:lstStyle/>
        <a:p>
          <a:endParaRPr lang="en-US"/>
        </a:p>
      </dgm:t>
    </dgm:pt>
    <dgm:pt modelId="{A9B30657-EFAD-457A-A782-EC002583E674}" type="sibTrans" cxnId="{3B607F5E-A221-4230-A1E2-29AC33A0A873}">
      <dgm:prSet/>
      <dgm:spPr/>
      <dgm:t>
        <a:bodyPr/>
        <a:lstStyle/>
        <a:p>
          <a:endParaRPr lang="en-US"/>
        </a:p>
      </dgm:t>
    </dgm:pt>
    <dgm:pt modelId="{2FEDE52E-622F-4C39-9567-87932182373A}">
      <dgm:prSet/>
      <dgm:spPr/>
      <dgm:t>
        <a:bodyPr/>
        <a:lstStyle/>
        <a:p>
          <a:r>
            <a:rPr lang="es-MX" b="1" i="0" baseline="0"/>
            <a:t>Pérdida de datos:</a:t>
          </a:r>
          <a:r>
            <a:rPr lang="es-MX" b="0" i="0" baseline="0"/>
            <a:t> Pérdida accidental o intencional de información confidencial.</a:t>
          </a:r>
          <a:endParaRPr lang="en-US"/>
        </a:p>
      </dgm:t>
    </dgm:pt>
    <dgm:pt modelId="{5337CB61-9323-4E48-ABD0-3F97BB6520B4}" type="parTrans" cxnId="{E88469B7-F930-4346-BA0C-590CE49F086D}">
      <dgm:prSet/>
      <dgm:spPr/>
      <dgm:t>
        <a:bodyPr/>
        <a:lstStyle/>
        <a:p>
          <a:endParaRPr lang="en-US"/>
        </a:p>
      </dgm:t>
    </dgm:pt>
    <dgm:pt modelId="{E685EF04-AE11-47EC-A540-410BCEEC7583}" type="sibTrans" cxnId="{E88469B7-F930-4346-BA0C-590CE49F086D}">
      <dgm:prSet/>
      <dgm:spPr/>
      <dgm:t>
        <a:bodyPr/>
        <a:lstStyle/>
        <a:p>
          <a:endParaRPr lang="en-US"/>
        </a:p>
      </dgm:t>
    </dgm:pt>
    <dgm:pt modelId="{78E71275-229A-4044-98F7-D1887396A5DC}">
      <dgm:prSet/>
      <dgm:spPr/>
      <dgm:t>
        <a:bodyPr/>
        <a:lstStyle/>
        <a:p>
          <a:r>
            <a:rPr lang="es-MX" b="1" i="0" baseline="0"/>
            <a:t>Interrupción del servicio:</a:t>
          </a:r>
          <a:r>
            <a:rPr lang="es-MX" b="0" i="0" baseline="0"/>
            <a:t> Fallas en los sistemas que impiden la prestación de servicios.</a:t>
          </a:r>
          <a:endParaRPr lang="en-US"/>
        </a:p>
      </dgm:t>
    </dgm:pt>
    <dgm:pt modelId="{6181FF48-A5A2-4F34-BB05-DE5F1C9AA863}" type="parTrans" cxnId="{DEEA15EB-C51C-4BDB-9AC1-607CB0723583}">
      <dgm:prSet/>
      <dgm:spPr/>
      <dgm:t>
        <a:bodyPr/>
        <a:lstStyle/>
        <a:p>
          <a:endParaRPr lang="en-US"/>
        </a:p>
      </dgm:t>
    </dgm:pt>
    <dgm:pt modelId="{73724DBD-20BE-4BA3-ABD2-B2B27EED166D}" type="sibTrans" cxnId="{DEEA15EB-C51C-4BDB-9AC1-607CB0723583}">
      <dgm:prSet/>
      <dgm:spPr/>
      <dgm:t>
        <a:bodyPr/>
        <a:lstStyle/>
        <a:p>
          <a:endParaRPr lang="en-US"/>
        </a:p>
      </dgm:t>
    </dgm:pt>
    <dgm:pt modelId="{D2399222-8EC0-46F9-B825-D7B69555A95A}">
      <dgm:prSet/>
      <dgm:spPr/>
      <dgm:t>
        <a:bodyPr/>
        <a:lstStyle/>
        <a:p>
          <a:r>
            <a:rPr lang="es-MX" b="1" i="0" baseline="0"/>
            <a:t>Acceso no autorizado:</a:t>
          </a:r>
          <a:r>
            <a:rPr lang="es-MX" b="0" i="0" baseline="0"/>
            <a:t> Acceso a sistemas o datos por parte de personas no autorizadas.</a:t>
          </a:r>
          <a:endParaRPr lang="en-US"/>
        </a:p>
      </dgm:t>
    </dgm:pt>
    <dgm:pt modelId="{BAA60DAE-1341-4B67-A065-FF3C3F9851C0}" type="parTrans" cxnId="{CA1C1C4E-B141-4336-9A0D-CEDE4EF368CA}">
      <dgm:prSet/>
      <dgm:spPr/>
      <dgm:t>
        <a:bodyPr/>
        <a:lstStyle/>
        <a:p>
          <a:endParaRPr lang="en-US"/>
        </a:p>
      </dgm:t>
    </dgm:pt>
    <dgm:pt modelId="{5BF7E7FF-9F0F-4DE1-AACC-AADB7CAD19C9}" type="sibTrans" cxnId="{CA1C1C4E-B141-4336-9A0D-CEDE4EF368CA}">
      <dgm:prSet/>
      <dgm:spPr/>
      <dgm:t>
        <a:bodyPr/>
        <a:lstStyle/>
        <a:p>
          <a:endParaRPr lang="en-US"/>
        </a:p>
      </dgm:t>
    </dgm:pt>
    <dgm:pt modelId="{C0E8475F-A7EC-4081-84E5-CE9E21DFC7BC}">
      <dgm:prSet/>
      <dgm:spPr/>
      <dgm:t>
        <a:bodyPr/>
        <a:lstStyle/>
        <a:p>
          <a:r>
            <a:rPr lang="es-MX" b="1" i="0" baseline="0"/>
            <a:t>Infección por malware:</a:t>
          </a:r>
          <a:r>
            <a:rPr lang="es-MX" b="0" i="0" baseline="0"/>
            <a:t> Infección de sistemas por virus, ransomware u otro tipo de malware.</a:t>
          </a:r>
          <a:endParaRPr lang="en-US"/>
        </a:p>
      </dgm:t>
    </dgm:pt>
    <dgm:pt modelId="{3CA2DB68-AAFA-409C-8E28-F0CC5AD5C4FD}" type="parTrans" cxnId="{D7CB7890-3527-4C54-AD4D-D64E5BBC9EB5}">
      <dgm:prSet/>
      <dgm:spPr/>
      <dgm:t>
        <a:bodyPr/>
        <a:lstStyle/>
        <a:p>
          <a:endParaRPr lang="en-US"/>
        </a:p>
      </dgm:t>
    </dgm:pt>
    <dgm:pt modelId="{9E57DA34-4DF4-448A-87BE-02B0C4C8B571}" type="sibTrans" cxnId="{D7CB7890-3527-4C54-AD4D-D64E5BBC9EB5}">
      <dgm:prSet/>
      <dgm:spPr/>
      <dgm:t>
        <a:bodyPr/>
        <a:lstStyle/>
        <a:p>
          <a:endParaRPr lang="en-US"/>
        </a:p>
      </dgm:t>
    </dgm:pt>
    <dgm:pt modelId="{FFB503FF-9C5E-4EE3-AE03-B4CD2D9F3B10}">
      <dgm:prSet/>
      <dgm:spPr/>
      <dgm:t>
        <a:bodyPr/>
        <a:lstStyle/>
        <a:p>
          <a:r>
            <a:rPr lang="es-MX" b="1" i="0" baseline="0"/>
            <a:t>Error humano:</a:t>
          </a:r>
          <a:r>
            <a:rPr lang="es-MX" b="0" i="0" baseline="0"/>
            <a:t> Errores cometidos por los usuarios que pueden comprometer la seguridad.</a:t>
          </a:r>
          <a:endParaRPr lang="en-US"/>
        </a:p>
      </dgm:t>
    </dgm:pt>
    <dgm:pt modelId="{16A31207-EDAD-43BE-867E-87F1A466A043}" type="parTrans" cxnId="{4F5DC970-3C4F-4DEC-8CB4-9553AD4982F3}">
      <dgm:prSet/>
      <dgm:spPr/>
      <dgm:t>
        <a:bodyPr/>
        <a:lstStyle/>
        <a:p>
          <a:endParaRPr lang="en-US"/>
        </a:p>
      </dgm:t>
    </dgm:pt>
    <dgm:pt modelId="{AE98726B-0D94-4EB7-AE68-28CFC6564757}" type="sibTrans" cxnId="{4F5DC970-3C4F-4DEC-8CB4-9553AD4982F3}">
      <dgm:prSet/>
      <dgm:spPr/>
      <dgm:t>
        <a:bodyPr/>
        <a:lstStyle/>
        <a:p>
          <a:endParaRPr lang="en-US"/>
        </a:p>
      </dgm:t>
    </dgm:pt>
    <dgm:pt modelId="{88237D2F-2628-4B44-A487-4FA4238C7663}">
      <dgm:prSet/>
      <dgm:spPr/>
      <dgm:t>
        <a:bodyPr/>
        <a:lstStyle/>
        <a:p>
          <a:r>
            <a:rPr lang="es-MX" b="1" i="0" baseline="0"/>
            <a:t>Filtración de información:</a:t>
          </a:r>
          <a:r>
            <a:rPr lang="es-MX" b="0" i="0" baseline="0"/>
            <a:t> Divulgación accidental o intencional de información confidencial.</a:t>
          </a:r>
          <a:endParaRPr lang="en-US"/>
        </a:p>
      </dgm:t>
    </dgm:pt>
    <dgm:pt modelId="{1F75D8DE-5411-4C32-AB51-AF040CBC1468}" type="parTrans" cxnId="{B128F396-B593-4DA7-84D2-EB299C40AEEE}">
      <dgm:prSet/>
      <dgm:spPr/>
      <dgm:t>
        <a:bodyPr/>
        <a:lstStyle/>
        <a:p>
          <a:endParaRPr lang="en-US"/>
        </a:p>
      </dgm:t>
    </dgm:pt>
    <dgm:pt modelId="{35BB6A33-DB64-4EF4-A75C-B0A1FBC25F73}" type="sibTrans" cxnId="{B128F396-B593-4DA7-84D2-EB299C40AEEE}">
      <dgm:prSet/>
      <dgm:spPr/>
      <dgm:t>
        <a:bodyPr/>
        <a:lstStyle/>
        <a:p>
          <a:endParaRPr lang="en-US"/>
        </a:p>
      </dgm:t>
    </dgm:pt>
    <dgm:pt modelId="{1E28CB43-A353-4862-8346-5E64A64B14F5}">
      <dgm:prSet/>
      <dgm:spPr/>
      <dgm:t>
        <a:bodyPr/>
        <a:lstStyle/>
        <a:p>
          <a:r>
            <a:rPr lang="es-MX" b="1" i="0" baseline="0"/>
            <a:t>Espionaje industrial:</a:t>
          </a:r>
          <a:r>
            <a:rPr lang="es-MX" b="0" i="0" baseline="0"/>
            <a:t> Obtención de información confidencial por parte de competidores.</a:t>
          </a:r>
          <a:endParaRPr lang="en-US"/>
        </a:p>
      </dgm:t>
    </dgm:pt>
    <dgm:pt modelId="{8BF82EDE-3AE9-4698-929A-32C8C5008338}" type="parTrans" cxnId="{6DEA2653-AC6A-43E3-B5FC-2D2E1BB83A70}">
      <dgm:prSet/>
      <dgm:spPr/>
      <dgm:t>
        <a:bodyPr/>
        <a:lstStyle/>
        <a:p>
          <a:endParaRPr lang="en-US"/>
        </a:p>
      </dgm:t>
    </dgm:pt>
    <dgm:pt modelId="{C624BC92-144B-4E8B-85E5-6BCB05506AB0}" type="sibTrans" cxnId="{6DEA2653-AC6A-43E3-B5FC-2D2E1BB83A70}">
      <dgm:prSet/>
      <dgm:spPr/>
      <dgm:t>
        <a:bodyPr/>
        <a:lstStyle/>
        <a:p>
          <a:endParaRPr lang="en-US"/>
        </a:p>
      </dgm:t>
    </dgm:pt>
    <dgm:pt modelId="{3737E337-5B9E-44DD-822E-3263B6C7110C}" type="pres">
      <dgm:prSet presAssocID="{4F13459E-F2E8-4303-AE39-14E4EF5362B0}" presName="Name0" presStyleCnt="0">
        <dgm:presLayoutVars>
          <dgm:dir/>
          <dgm:resizeHandles val="exact"/>
        </dgm:presLayoutVars>
      </dgm:prSet>
      <dgm:spPr/>
    </dgm:pt>
    <dgm:pt modelId="{1E4AF3E2-B582-4473-9A37-FFA8329C4CEE}" type="pres">
      <dgm:prSet presAssocID="{7A6C3C54-E355-46EC-88E4-3B8C5A7180EA}" presName="node" presStyleLbl="node1" presStyleIdx="0" presStyleCnt="8">
        <dgm:presLayoutVars>
          <dgm:bulletEnabled val="1"/>
        </dgm:presLayoutVars>
      </dgm:prSet>
      <dgm:spPr/>
    </dgm:pt>
    <dgm:pt modelId="{1CE16984-E21B-4F1C-B7DC-3C8AAC124D94}" type="pres">
      <dgm:prSet presAssocID="{A9B30657-EFAD-457A-A782-EC002583E674}" presName="sibTrans" presStyleLbl="sibTrans1D1" presStyleIdx="0" presStyleCnt="7"/>
      <dgm:spPr/>
    </dgm:pt>
    <dgm:pt modelId="{5804DFEE-ACBC-4F20-B3ED-32F902C80501}" type="pres">
      <dgm:prSet presAssocID="{A9B30657-EFAD-457A-A782-EC002583E674}" presName="connectorText" presStyleLbl="sibTrans1D1" presStyleIdx="0" presStyleCnt="7"/>
      <dgm:spPr/>
    </dgm:pt>
    <dgm:pt modelId="{AFAEB460-20E5-44E0-A4F4-AB6ED71DDB3B}" type="pres">
      <dgm:prSet presAssocID="{2FEDE52E-622F-4C39-9567-87932182373A}" presName="node" presStyleLbl="node1" presStyleIdx="1" presStyleCnt="8">
        <dgm:presLayoutVars>
          <dgm:bulletEnabled val="1"/>
        </dgm:presLayoutVars>
      </dgm:prSet>
      <dgm:spPr/>
    </dgm:pt>
    <dgm:pt modelId="{911948F3-BB8F-4AA4-BBF7-619C83468DB1}" type="pres">
      <dgm:prSet presAssocID="{E685EF04-AE11-47EC-A540-410BCEEC7583}" presName="sibTrans" presStyleLbl="sibTrans1D1" presStyleIdx="1" presStyleCnt="7"/>
      <dgm:spPr/>
    </dgm:pt>
    <dgm:pt modelId="{611CF8C1-64CC-4243-A333-0ED6C93621A8}" type="pres">
      <dgm:prSet presAssocID="{E685EF04-AE11-47EC-A540-410BCEEC7583}" presName="connectorText" presStyleLbl="sibTrans1D1" presStyleIdx="1" presStyleCnt="7"/>
      <dgm:spPr/>
    </dgm:pt>
    <dgm:pt modelId="{1752B926-FA0F-4BFB-8D69-85B0C7CF5D15}" type="pres">
      <dgm:prSet presAssocID="{78E71275-229A-4044-98F7-D1887396A5DC}" presName="node" presStyleLbl="node1" presStyleIdx="2" presStyleCnt="8">
        <dgm:presLayoutVars>
          <dgm:bulletEnabled val="1"/>
        </dgm:presLayoutVars>
      </dgm:prSet>
      <dgm:spPr/>
    </dgm:pt>
    <dgm:pt modelId="{5ECA865F-89A4-4A82-89F2-81A52B434FC7}" type="pres">
      <dgm:prSet presAssocID="{73724DBD-20BE-4BA3-ABD2-B2B27EED166D}" presName="sibTrans" presStyleLbl="sibTrans1D1" presStyleIdx="2" presStyleCnt="7"/>
      <dgm:spPr/>
    </dgm:pt>
    <dgm:pt modelId="{B182067B-E3C9-4FDA-A2B9-3C0E0F526A9F}" type="pres">
      <dgm:prSet presAssocID="{73724DBD-20BE-4BA3-ABD2-B2B27EED166D}" presName="connectorText" presStyleLbl="sibTrans1D1" presStyleIdx="2" presStyleCnt="7"/>
      <dgm:spPr/>
    </dgm:pt>
    <dgm:pt modelId="{BBCBEA85-068F-49D2-90DF-EF6F85BF6952}" type="pres">
      <dgm:prSet presAssocID="{D2399222-8EC0-46F9-B825-D7B69555A95A}" presName="node" presStyleLbl="node1" presStyleIdx="3" presStyleCnt="8">
        <dgm:presLayoutVars>
          <dgm:bulletEnabled val="1"/>
        </dgm:presLayoutVars>
      </dgm:prSet>
      <dgm:spPr/>
    </dgm:pt>
    <dgm:pt modelId="{F7768BAC-BC09-41B8-9C33-283299661DA9}" type="pres">
      <dgm:prSet presAssocID="{5BF7E7FF-9F0F-4DE1-AACC-AADB7CAD19C9}" presName="sibTrans" presStyleLbl="sibTrans1D1" presStyleIdx="3" presStyleCnt="7"/>
      <dgm:spPr/>
    </dgm:pt>
    <dgm:pt modelId="{4F3F3CB1-2902-489B-AA8B-CD0B7F7E4D26}" type="pres">
      <dgm:prSet presAssocID="{5BF7E7FF-9F0F-4DE1-AACC-AADB7CAD19C9}" presName="connectorText" presStyleLbl="sibTrans1D1" presStyleIdx="3" presStyleCnt="7"/>
      <dgm:spPr/>
    </dgm:pt>
    <dgm:pt modelId="{F44CE968-78AB-4402-8C29-2895F57199FC}" type="pres">
      <dgm:prSet presAssocID="{C0E8475F-A7EC-4081-84E5-CE9E21DFC7BC}" presName="node" presStyleLbl="node1" presStyleIdx="4" presStyleCnt="8">
        <dgm:presLayoutVars>
          <dgm:bulletEnabled val="1"/>
        </dgm:presLayoutVars>
      </dgm:prSet>
      <dgm:spPr/>
    </dgm:pt>
    <dgm:pt modelId="{32070447-9AB3-4787-894B-4AA6FE4F5391}" type="pres">
      <dgm:prSet presAssocID="{9E57DA34-4DF4-448A-87BE-02B0C4C8B571}" presName="sibTrans" presStyleLbl="sibTrans1D1" presStyleIdx="4" presStyleCnt="7"/>
      <dgm:spPr/>
    </dgm:pt>
    <dgm:pt modelId="{ACE02ECA-4899-430C-AFB8-D30FA8549754}" type="pres">
      <dgm:prSet presAssocID="{9E57DA34-4DF4-448A-87BE-02B0C4C8B571}" presName="connectorText" presStyleLbl="sibTrans1D1" presStyleIdx="4" presStyleCnt="7"/>
      <dgm:spPr/>
    </dgm:pt>
    <dgm:pt modelId="{6382E046-6C8B-419A-8D47-D110FEFFAD98}" type="pres">
      <dgm:prSet presAssocID="{FFB503FF-9C5E-4EE3-AE03-B4CD2D9F3B10}" presName="node" presStyleLbl="node1" presStyleIdx="5" presStyleCnt="8">
        <dgm:presLayoutVars>
          <dgm:bulletEnabled val="1"/>
        </dgm:presLayoutVars>
      </dgm:prSet>
      <dgm:spPr/>
    </dgm:pt>
    <dgm:pt modelId="{0D32FC1F-BEA8-4050-936B-FE52E493DB37}" type="pres">
      <dgm:prSet presAssocID="{AE98726B-0D94-4EB7-AE68-28CFC6564757}" presName="sibTrans" presStyleLbl="sibTrans1D1" presStyleIdx="5" presStyleCnt="7"/>
      <dgm:spPr/>
    </dgm:pt>
    <dgm:pt modelId="{A8581E36-89F2-4B50-96A7-F90DA82600A9}" type="pres">
      <dgm:prSet presAssocID="{AE98726B-0D94-4EB7-AE68-28CFC6564757}" presName="connectorText" presStyleLbl="sibTrans1D1" presStyleIdx="5" presStyleCnt="7"/>
      <dgm:spPr/>
    </dgm:pt>
    <dgm:pt modelId="{905205D8-ADD3-44DA-A724-12248D880E10}" type="pres">
      <dgm:prSet presAssocID="{88237D2F-2628-4B44-A487-4FA4238C7663}" presName="node" presStyleLbl="node1" presStyleIdx="6" presStyleCnt="8">
        <dgm:presLayoutVars>
          <dgm:bulletEnabled val="1"/>
        </dgm:presLayoutVars>
      </dgm:prSet>
      <dgm:spPr/>
    </dgm:pt>
    <dgm:pt modelId="{7EF9D909-C5D9-4BFA-A808-DEE5A5EDBC61}" type="pres">
      <dgm:prSet presAssocID="{35BB6A33-DB64-4EF4-A75C-B0A1FBC25F73}" presName="sibTrans" presStyleLbl="sibTrans1D1" presStyleIdx="6" presStyleCnt="7"/>
      <dgm:spPr/>
    </dgm:pt>
    <dgm:pt modelId="{3AB83AEB-4A55-450D-8A82-BA58F367224D}" type="pres">
      <dgm:prSet presAssocID="{35BB6A33-DB64-4EF4-A75C-B0A1FBC25F73}" presName="connectorText" presStyleLbl="sibTrans1D1" presStyleIdx="6" presStyleCnt="7"/>
      <dgm:spPr/>
    </dgm:pt>
    <dgm:pt modelId="{BC3F5CA6-0DD7-4840-8DF0-3FF4DA95926F}" type="pres">
      <dgm:prSet presAssocID="{1E28CB43-A353-4862-8346-5E64A64B14F5}" presName="node" presStyleLbl="node1" presStyleIdx="7" presStyleCnt="8">
        <dgm:presLayoutVars>
          <dgm:bulletEnabled val="1"/>
        </dgm:presLayoutVars>
      </dgm:prSet>
      <dgm:spPr/>
    </dgm:pt>
  </dgm:ptLst>
  <dgm:cxnLst>
    <dgm:cxn modelId="{7F86F201-8E66-4DD5-B0D5-9530DA134382}" type="presOf" srcId="{73724DBD-20BE-4BA3-ABD2-B2B27EED166D}" destId="{5ECA865F-89A4-4A82-89F2-81A52B434FC7}" srcOrd="0" destOrd="0" presId="urn:microsoft.com/office/officeart/2016/7/layout/RepeatingBendingProcessNew"/>
    <dgm:cxn modelId="{518B255D-7F43-4499-8CDA-4781374F5195}" type="presOf" srcId="{AE98726B-0D94-4EB7-AE68-28CFC6564757}" destId="{A8581E36-89F2-4B50-96A7-F90DA82600A9}" srcOrd="1" destOrd="0" presId="urn:microsoft.com/office/officeart/2016/7/layout/RepeatingBendingProcessNew"/>
    <dgm:cxn modelId="{3B607F5E-A221-4230-A1E2-29AC33A0A873}" srcId="{4F13459E-F2E8-4303-AE39-14E4EF5362B0}" destId="{7A6C3C54-E355-46EC-88E4-3B8C5A7180EA}" srcOrd="0" destOrd="0" parTransId="{DFC028CD-1F82-4646-8653-5999F08F697A}" sibTransId="{A9B30657-EFAD-457A-A782-EC002583E674}"/>
    <dgm:cxn modelId="{2835A043-407F-4866-96FF-B55A15605562}" type="presOf" srcId="{FFB503FF-9C5E-4EE3-AE03-B4CD2D9F3B10}" destId="{6382E046-6C8B-419A-8D47-D110FEFFAD98}" srcOrd="0" destOrd="0" presId="urn:microsoft.com/office/officeart/2016/7/layout/RepeatingBendingProcessNew"/>
    <dgm:cxn modelId="{EF5C7345-D0D8-4558-9BCB-E7D1A762C7A1}" type="presOf" srcId="{35BB6A33-DB64-4EF4-A75C-B0A1FBC25F73}" destId="{7EF9D909-C5D9-4BFA-A808-DEE5A5EDBC61}" srcOrd="0" destOrd="0" presId="urn:microsoft.com/office/officeart/2016/7/layout/RepeatingBendingProcessNew"/>
    <dgm:cxn modelId="{17F88447-65B1-4F27-A8E8-8CD8214F3584}" type="presOf" srcId="{A9B30657-EFAD-457A-A782-EC002583E674}" destId="{5804DFEE-ACBC-4F20-B3ED-32F902C80501}" srcOrd="1" destOrd="0" presId="urn:microsoft.com/office/officeart/2016/7/layout/RepeatingBendingProcessNew"/>
    <dgm:cxn modelId="{E1FFCB6B-4DE3-450E-BA30-5562FFE2A883}" type="presOf" srcId="{73724DBD-20BE-4BA3-ABD2-B2B27EED166D}" destId="{B182067B-E3C9-4FDA-A2B9-3C0E0F526A9F}" srcOrd="1" destOrd="0" presId="urn:microsoft.com/office/officeart/2016/7/layout/RepeatingBendingProcessNew"/>
    <dgm:cxn modelId="{CA1C1C4E-B141-4336-9A0D-CEDE4EF368CA}" srcId="{4F13459E-F2E8-4303-AE39-14E4EF5362B0}" destId="{D2399222-8EC0-46F9-B825-D7B69555A95A}" srcOrd="3" destOrd="0" parTransId="{BAA60DAE-1341-4B67-A065-FF3C3F9851C0}" sibTransId="{5BF7E7FF-9F0F-4DE1-AACC-AADB7CAD19C9}"/>
    <dgm:cxn modelId="{4F5DC970-3C4F-4DEC-8CB4-9553AD4982F3}" srcId="{4F13459E-F2E8-4303-AE39-14E4EF5362B0}" destId="{FFB503FF-9C5E-4EE3-AE03-B4CD2D9F3B10}" srcOrd="5" destOrd="0" parTransId="{16A31207-EDAD-43BE-867E-87F1A466A043}" sibTransId="{AE98726B-0D94-4EB7-AE68-28CFC6564757}"/>
    <dgm:cxn modelId="{6DEA2653-AC6A-43E3-B5FC-2D2E1BB83A70}" srcId="{4F13459E-F2E8-4303-AE39-14E4EF5362B0}" destId="{1E28CB43-A353-4862-8346-5E64A64B14F5}" srcOrd="7" destOrd="0" parTransId="{8BF82EDE-3AE9-4698-929A-32C8C5008338}" sibTransId="{C624BC92-144B-4E8B-85E5-6BCB05506AB0}"/>
    <dgm:cxn modelId="{8F486374-60D4-4522-99E0-7D8E68541F3E}" type="presOf" srcId="{88237D2F-2628-4B44-A487-4FA4238C7663}" destId="{905205D8-ADD3-44DA-A724-12248D880E10}" srcOrd="0" destOrd="0" presId="urn:microsoft.com/office/officeart/2016/7/layout/RepeatingBendingProcessNew"/>
    <dgm:cxn modelId="{70BEE774-9FA2-4430-BFA8-65FF43B9135B}" type="presOf" srcId="{5BF7E7FF-9F0F-4DE1-AACC-AADB7CAD19C9}" destId="{4F3F3CB1-2902-489B-AA8B-CD0B7F7E4D26}" srcOrd="1" destOrd="0" presId="urn:microsoft.com/office/officeart/2016/7/layout/RepeatingBendingProcessNew"/>
    <dgm:cxn modelId="{64B08A8D-89EE-493C-976D-AA9C9E7320A0}" type="presOf" srcId="{7A6C3C54-E355-46EC-88E4-3B8C5A7180EA}" destId="{1E4AF3E2-B582-4473-9A37-FFA8329C4CEE}" srcOrd="0" destOrd="0" presId="urn:microsoft.com/office/officeart/2016/7/layout/RepeatingBendingProcessNew"/>
    <dgm:cxn modelId="{D7CB7890-3527-4C54-AD4D-D64E5BBC9EB5}" srcId="{4F13459E-F2E8-4303-AE39-14E4EF5362B0}" destId="{C0E8475F-A7EC-4081-84E5-CE9E21DFC7BC}" srcOrd="4" destOrd="0" parTransId="{3CA2DB68-AAFA-409C-8E28-F0CC5AD5C4FD}" sibTransId="{9E57DA34-4DF4-448A-87BE-02B0C4C8B571}"/>
    <dgm:cxn modelId="{974ED595-46ED-4AD9-8BA9-ABC951FEFCCE}" type="presOf" srcId="{1E28CB43-A353-4862-8346-5E64A64B14F5}" destId="{BC3F5CA6-0DD7-4840-8DF0-3FF4DA95926F}" srcOrd="0" destOrd="0" presId="urn:microsoft.com/office/officeart/2016/7/layout/RepeatingBendingProcessNew"/>
    <dgm:cxn modelId="{B128F396-B593-4DA7-84D2-EB299C40AEEE}" srcId="{4F13459E-F2E8-4303-AE39-14E4EF5362B0}" destId="{88237D2F-2628-4B44-A487-4FA4238C7663}" srcOrd="6" destOrd="0" parTransId="{1F75D8DE-5411-4C32-AB51-AF040CBC1468}" sibTransId="{35BB6A33-DB64-4EF4-A75C-B0A1FBC25F73}"/>
    <dgm:cxn modelId="{584987AC-AFBB-4D34-8F1C-3AE8FF8EB2B6}" type="presOf" srcId="{9E57DA34-4DF4-448A-87BE-02B0C4C8B571}" destId="{32070447-9AB3-4787-894B-4AA6FE4F5391}" srcOrd="0" destOrd="0" presId="urn:microsoft.com/office/officeart/2016/7/layout/RepeatingBendingProcessNew"/>
    <dgm:cxn modelId="{E88469B7-F930-4346-BA0C-590CE49F086D}" srcId="{4F13459E-F2E8-4303-AE39-14E4EF5362B0}" destId="{2FEDE52E-622F-4C39-9567-87932182373A}" srcOrd="1" destOrd="0" parTransId="{5337CB61-9323-4E48-ABD0-3F97BB6520B4}" sibTransId="{E685EF04-AE11-47EC-A540-410BCEEC7583}"/>
    <dgm:cxn modelId="{DA91E8B9-D2F2-4629-851D-3A596D5F301D}" type="presOf" srcId="{9E57DA34-4DF4-448A-87BE-02B0C4C8B571}" destId="{ACE02ECA-4899-430C-AFB8-D30FA8549754}" srcOrd="1" destOrd="0" presId="urn:microsoft.com/office/officeart/2016/7/layout/RepeatingBendingProcessNew"/>
    <dgm:cxn modelId="{5AAB2BBB-9C2E-4270-AD92-142056C9E4B0}" type="presOf" srcId="{5BF7E7FF-9F0F-4DE1-AACC-AADB7CAD19C9}" destId="{F7768BAC-BC09-41B8-9C33-283299661DA9}" srcOrd="0" destOrd="0" presId="urn:microsoft.com/office/officeart/2016/7/layout/RepeatingBendingProcessNew"/>
    <dgm:cxn modelId="{52B028C0-D9DD-44D6-BF42-4FFC7855E85D}" type="presOf" srcId="{35BB6A33-DB64-4EF4-A75C-B0A1FBC25F73}" destId="{3AB83AEB-4A55-450D-8A82-BA58F367224D}" srcOrd="1" destOrd="0" presId="urn:microsoft.com/office/officeart/2016/7/layout/RepeatingBendingProcessNew"/>
    <dgm:cxn modelId="{933EEFCB-B9CD-492E-B482-122CA69D9148}" type="presOf" srcId="{E685EF04-AE11-47EC-A540-410BCEEC7583}" destId="{611CF8C1-64CC-4243-A333-0ED6C93621A8}" srcOrd="1" destOrd="0" presId="urn:microsoft.com/office/officeart/2016/7/layout/RepeatingBendingProcessNew"/>
    <dgm:cxn modelId="{715CD6D8-D50D-455C-9733-CD0FFA0A997E}" type="presOf" srcId="{AE98726B-0D94-4EB7-AE68-28CFC6564757}" destId="{0D32FC1F-BEA8-4050-936B-FE52E493DB37}" srcOrd="0" destOrd="0" presId="urn:microsoft.com/office/officeart/2016/7/layout/RepeatingBendingProcessNew"/>
    <dgm:cxn modelId="{98300CDD-81D1-4CFD-9F1A-6FEB4E319431}" type="presOf" srcId="{D2399222-8EC0-46F9-B825-D7B69555A95A}" destId="{BBCBEA85-068F-49D2-90DF-EF6F85BF6952}" srcOrd="0" destOrd="0" presId="urn:microsoft.com/office/officeart/2016/7/layout/RepeatingBendingProcessNew"/>
    <dgm:cxn modelId="{EBF195DE-6940-4FD1-BB89-D581F3382B5A}" type="presOf" srcId="{2FEDE52E-622F-4C39-9567-87932182373A}" destId="{AFAEB460-20E5-44E0-A4F4-AB6ED71DDB3B}" srcOrd="0" destOrd="0" presId="urn:microsoft.com/office/officeart/2016/7/layout/RepeatingBendingProcessNew"/>
    <dgm:cxn modelId="{920310E7-F692-4CB4-A3D9-D3D1E1AFFA69}" type="presOf" srcId="{C0E8475F-A7EC-4081-84E5-CE9E21DFC7BC}" destId="{F44CE968-78AB-4402-8C29-2895F57199FC}" srcOrd="0" destOrd="0" presId="urn:microsoft.com/office/officeart/2016/7/layout/RepeatingBendingProcessNew"/>
    <dgm:cxn modelId="{DEEA15EB-C51C-4BDB-9AC1-607CB0723583}" srcId="{4F13459E-F2E8-4303-AE39-14E4EF5362B0}" destId="{78E71275-229A-4044-98F7-D1887396A5DC}" srcOrd="2" destOrd="0" parTransId="{6181FF48-A5A2-4F34-BB05-DE5F1C9AA863}" sibTransId="{73724DBD-20BE-4BA3-ABD2-B2B27EED166D}"/>
    <dgm:cxn modelId="{BFDB32ED-626E-4BA3-A57F-787DF689CA20}" type="presOf" srcId="{A9B30657-EFAD-457A-A782-EC002583E674}" destId="{1CE16984-E21B-4F1C-B7DC-3C8AAC124D94}" srcOrd="0" destOrd="0" presId="urn:microsoft.com/office/officeart/2016/7/layout/RepeatingBendingProcessNew"/>
    <dgm:cxn modelId="{2552E9F4-0165-4656-BD93-CE51E385AB30}" type="presOf" srcId="{E685EF04-AE11-47EC-A540-410BCEEC7583}" destId="{911948F3-BB8F-4AA4-BBF7-619C83468DB1}" srcOrd="0" destOrd="0" presId="urn:microsoft.com/office/officeart/2016/7/layout/RepeatingBendingProcessNew"/>
    <dgm:cxn modelId="{A18187FA-95EF-4C04-A979-41F84F6110AB}" type="presOf" srcId="{4F13459E-F2E8-4303-AE39-14E4EF5362B0}" destId="{3737E337-5B9E-44DD-822E-3263B6C7110C}" srcOrd="0" destOrd="0" presId="urn:microsoft.com/office/officeart/2016/7/layout/RepeatingBendingProcessNew"/>
    <dgm:cxn modelId="{79601EFE-7DAB-4F5C-88BF-81664888EE16}" type="presOf" srcId="{78E71275-229A-4044-98F7-D1887396A5DC}" destId="{1752B926-FA0F-4BFB-8D69-85B0C7CF5D15}" srcOrd="0" destOrd="0" presId="urn:microsoft.com/office/officeart/2016/7/layout/RepeatingBendingProcessNew"/>
    <dgm:cxn modelId="{A9841446-F4BE-4872-8C00-2F58B19E6486}" type="presParOf" srcId="{3737E337-5B9E-44DD-822E-3263B6C7110C}" destId="{1E4AF3E2-B582-4473-9A37-FFA8329C4CEE}" srcOrd="0" destOrd="0" presId="urn:microsoft.com/office/officeart/2016/7/layout/RepeatingBendingProcessNew"/>
    <dgm:cxn modelId="{ADB69E70-F38A-4813-950E-35569198CD04}" type="presParOf" srcId="{3737E337-5B9E-44DD-822E-3263B6C7110C}" destId="{1CE16984-E21B-4F1C-B7DC-3C8AAC124D94}" srcOrd="1" destOrd="0" presId="urn:microsoft.com/office/officeart/2016/7/layout/RepeatingBendingProcessNew"/>
    <dgm:cxn modelId="{D2EB42CF-937E-47DD-AC56-C710B9AEFDAF}" type="presParOf" srcId="{1CE16984-E21B-4F1C-B7DC-3C8AAC124D94}" destId="{5804DFEE-ACBC-4F20-B3ED-32F902C80501}" srcOrd="0" destOrd="0" presId="urn:microsoft.com/office/officeart/2016/7/layout/RepeatingBendingProcessNew"/>
    <dgm:cxn modelId="{30E0F622-DDF4-4F28-ACB5-2DE54BC44963}" type="presParOf" srcId="{3737E337-5B9E-44DD-822E-3263B6C7110C}" destId="{AFAEB460-20E5-44E0-A4F4-AB6ED71DDB3B}" srcOrd="2" destOrd="0" presId="urn:microsoft.com/office/officeart/2016/7/layout/RepeatingBendingProcessNew"/>
    <dgm:cxn modelId="{BBF46CDF-9FE1-405E-BC7C-B584DA37CAF7}" type="presParOf" srcId="{3737E337-5B9E-44DD-822E-3263B6C7110C}" destId="{911948F3-BB8F-4AA4-BBF7-619C83468DB1}" srcOrd="3" destOrd="0" presId="urn:microsoft.com/office/officeart/2016/7/layout/RepeatingBendingProcessNew"/>
    <dgm:cxn modelId="{BDC44A12-58FF-46CD-A619-6DF7EADF72AA}" type="presParOf" srcId="{911948F3-BB8F-4AA4-BBF7-619C83468DB1}" destId="{611CF8C1-64CC-4243-A333-0ED6C93621A8}" srcOrd="0" destOrd="0" presId="urn:microsoft.com/office/officeart/2016/7/layout/RepeatingBendingProcessNew"/>
    <dgm:cxn modelId="{0433A9E0-B987-4FE1-B371-513FB442E534}" type="presParOf" srcId="{3737E337-5B9E-44DD-822E-3263B6C7110C}" destId="{1752B926-FA0F-4BFB-8D69-85B0C7CF5D15}" srcOrd="4" destOrd="0" presId="urn:microsoft.com/office/officeart/2016/7/layout/RepeatingBendingProcessNew"/>
    <dgm:cxn modelId="{27709F29-C921-4DC5-BDEB-F5423054A8D6}" type="presParOf" srcId="{3737E337-5B9E-44DD-822E-3263B6C7110C}" destId="{5ECA865F-89A4-4A82-89F2-81A52B434FC7}" srcOrd="5" destOrd="0" presId="urn:microsoft.com/office/officeart/2016/7/layout/RepeatingBendingProcessNew"/>
    <dgm:cxn modelId="{08B39D5D-5E36-4F28-9E77-69CBF8C206AC}" type="presParOf" srcId="{5ECA865F-89A4-4A82-89F2-81A52B434FC7}" destId="{B182067B-E3C9-4FDA-A2B9-3C0E0F526A9F}" srcOrd="0" destOrd="0" presId="urn:microsoft.com/office/officeart/2016/7/layout/RepeatingBendingProcessNew"/>
    <dgm:cxn modelId="{D1E207B5-1BE4-4199-B409-5B82C115D2B9}" type="presParOf" srcId="{3737E337-5B9E-44DD-822E-3263B6C7110C}" destId="{BBCBEA85-068F-49D2-90DF-EF6F85BF6952}" srcOrd="6" destOrd="0" presId="urn:microsoft.com/office/officeart/2016/7/layout/RepeatingBendingProcessNew"/>
    <dgm:cxn modelId="{49A06CB2-199E-4DC7-B353-4708B2F17371}" type="presParOf" srcId="{3737E337-5B9E-44DD-822E-3263B6C7110C}" destId="{F7768BAC-BC09-41B8-9C33-283299661DA9}" srcOrd="7" destOrd="0" presId="urn:microsoft.com/office/officeart/2016/7/layout/RepeatingBendingProcessNew"/>
    <dgm:cxn modelId="{C0EE4EB6-3551-4D61-82AF-72B72D9EF153}" type="presParOf" srcId="{F7768BAC-BC09-41B8-9C33-283299661DA9}" destId="{4F3F3CB1-2902-489B-AA8B-CD0B7F7E4D26}" srcOrd="0" destOrd="0" presId="urn:microsoft.com/office/officeart/2016/7/layout/RepeatingBendingProcessNew"/>
    <dgm:cxn modelId="{AAAD2EBB-8C41-4B09-8E34-E5CFCB5A3455}" type="presParOf" srcId="{3737E337-5B9E-44DD-822E-3263B6C7110C}" destId="{F44CE968-78AB-4402-8C29-2895F57199FC}" srcOrd="8" destOrd="0" presId="urn:microsoft.com/office/officeart/2016/7/layout/RepeatingBendingProcessNew"/>
    <dgm:cxn modelId="{619B0753-7450-46B7-992E-8848ABE8618A}" type="presParOf" srcId="{3737E337-5B9E-44DD-822E-3263B6C7110C}" destId="{32070447-9AB3-4787-894B-4AA6FE4F5391}" srcOrd="9" destOrd="0" presId="urn:microsoft.com/office/officeart/2016/7/layout/RepeatingBendingProcessNew"/>
    <dgm:cxn modelId="{1A62803D-47AC-405E-9284-28B5542E381C}" type="presParOf" srcId="{32070447-9AB3-4787-894B-4AA6FE4F5391}" destId="{ACE02ECA-4899-430C-AFB8-D30FA8549754}" srcOrd="0" destOrd="0" presId="urn:microsoft.com/office/officeart/2016/7/layout/RepeatingBendingProcessNew"/>
    <dgm:cxn modelId="{8570F9A2-5A4D-4A66-B3F9-ACCA2F4FC504}" type="presParOf" srcId="{3737E337-5B9E-44DD-822E-3263B6C7110C}" destId="{6382E046-6C8B-419A-8D47-D110FEFFAD98}" srcOrd="10" destOrd="0" presId="urn:microsoft.com/office/officeart/2016/7/layout/RepeatingBendingProcessNew"/>
    <dgm:cxn modelId="{A44EDBB5-61CE-4938-A26C-5A2718417E66}" type="presParOf" srcId="{3737E337-5B9E-44DD-822E-3263B6C7110C}" destId="{0D32FC1F-BEA8-4050-936B-FE52E493DB37}" srcOrd="11" destOrd="0" presId="urn:microsoft.com/office/officeart/2016/7/layout/RepeatingBendingProcessNew"/>
    <dgm:cxn modelId="{E17C9BF2-1CA7-46BC-BBE1-644F94B1F352}" type="presParOf" srcId="{0D32FC1F-BEA8-4050-936B-FE52E493DB37}" destId="{A8581E36-89F2-4B50-96A7-F90DA82600A9}" srcOrd="0" destOrd="0" presId="urn:microsoft.com/office/officeart/2016/7/layout/RepeatingBendingProcessNew"/>
    <dgm:cxn modelId="{817AFFF0-6902-411F-A0FA-A4B1FECB8C03}" type="presParOf" srcId="{3737E337-5B9E-44DD-822E-3263B6C7110C}" destId="{905205D8-ADD3-44DA-A724-12248D880E10}" srcOrd="12" destOrd="0" presId="urn:microsoft.com/office/officeart/2016/7/layout/RepeatingBendingProcessNew"/>
    <dgm:cxn modelId="{9D4F0C70-D993-4DF1-8432-2657EC76355C}" type="presParOf" srcId="{3737E337-5B9E-44DD-822E-3263B6C7110C}" destId="{7EF9D909-C5D9-4BFA-A808-DEE5A5EDBC61}" srcOrd="13" destOrd="0" presId="urn:microsoft.com/office/officeart/2016/7/layout/RepeatingBendingProcessNew"/>
    <dgm:cxn modelId="{70A0FFCF-7A97-41E9-9544-B383F7DA082E}" type="presParOf" srcId="{7EF9D909-C5D9-4BFA-A808-DEE5A5EDBC61}" destId="{3AB83AEB-4A55-450D-8A82-BA58F367224D}" srcOrd="0" destOrd="0" presId="urn:microsoft.com/office/officeart/2016/7/layout/RepeatingBendingProcessNew"/>
    <dgm:cxn modelId="{59A213BC-5DB3-45DC-9829-549FE3287F2A}" type="presParOf" srcId="{3737E337-5B9E-44DD-822E-3263B6C7110C}" destId="{BC3F5CA6-0DD7-4840-8DF0-3FF4DA95926F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B7EC516-3BAA-4A18-92DB-D4823A5D83A7}" type="doc">
      <dgm:prSet loTypeId="urn:microsoft.com/office/officeart/2005/8/layout/process5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F677466-0815-4EC5-B037-671658040EDD}">
      <dgm:prSet/>
      <dgm:spPr/>
      <dgm:t>
        <a:bodyPr/>
        <a:lstStyle/>
        <a:p>
          <a:r>
            <a:rPr lang="es-MX" b="1" i="0" baseline="0"/>
            <a:t>Firewall:</a:t>
          </a:r>
          <a:r>
            <a:rPr lang="es-MX" b="0" i="0" baseline="0"/>
            <a:t> Dispositivo que filtra el tráfico de red.</a:t>
          </a:r>
          <a:endParaRPr lang="en-US"/>
        </a:p>
      </dgm:t>
    </dgm:pt>
    <dgm:pt modelId="{A446FE5F-7C54-4F92-BE52-792ECC56534B}" type="parTrans" cxnId="{1602F5FA-EED5-4B98-BD6E-B046630C4090}">
      <dgm:prSet/>
      <dgm:spPr/>
      <dgm:t>
        <a:bodyPr/>
        <a:lstStyle/>
        <a:p>
          <a:endParaRPr lang="en-US"/>
        </a:p>
      </dgm:t>
    </dgm:pt>
    <dgm:pt modelId="{9E2808A1-B438-4205-89AE-6E207BB18604}" type="sibTrans" cxnId="{1602F5FA-EED5-4B98-BD6E-B046630C4090}">
      <dgm:prSet/>
      <dgm:spPr/>
      <dgm:t>
        <a:bodyPr/>
        <a:lstStyle/>
        <a:p>
          <a:endParaRPr lang="en-US"/>
        </a:p>
      </dgm:t>
    </dgm:pt>
    <dgm:pt modelId="{670DFBD0-3916-4F2B-9BC9-1B1AB52FA149}">
      <dgm:prSet/>
      <dgm:spPr/>
      <dgm:t>
        <a:bodyPr/>
        <a:lstStyle/>
        <a:p>
          <a:r>
            <a:rPr lang="es-MX" b="1" i="0" baseline="0"/>
            <a:t>IDS/IPS:</a:t>
          </a:r>
          <a:r>
            <a:rPr lang="es-MX" b="0" i="0" baseline="0"/>
            <a:t> Sistemas que detectan y previenen intrusiones.</a:t>
          </a:r>
          <a:endParaRPr lang="en-US"/>
        </a:p>
      </dgm:t>
    </dgm:pt>
    <dgm:pt modelId="{7EEF8DB4-4904-49EB-97EE-0B100F2B78CF}" type="parTrans" cxnId="{FFD4BC57-16ED-49AF-AD65-9AB9F61DEE07}">
      <dgm:prSet/>
      <dgm:spPr/>
      <dgm:t>
        <a:bodyPr/>
        <a:lstStyle/>
        <a:p>
          <a:endParaRPr lang="en-US"/>
        </a:p>
      </dgm:t>
    </dgm:pt>
    <dgm:pt modelId="{E0DFE685-24FC-4EE7-A3D6-84B877162149}" type="sibTrans" cxnId="{FFD4BC57-16ED-49AF-AD65-9AB9F61DEE07}">
      <dgm:prSet/>
      <dgm:spPr/>
      <dgm:t>
        <a:bodyPr/>
        <a:lstStyle/>
        <a:p>
          <a:endParaRPr lang="en-US"/>
        </a:p>
      </dgm:t>
    </dgm:pt>
    <dgm:pt modelId="{0C6FB201-EC17-47E4-A4AF-AE7548BBAA1B}">
      <dgm:prSet/>
      <dgm:spPr/>
      <dgm:t>
        <a:bodyPr/>
        <a:lstStyle/>
        <a:p>
          <a:r>
            <a:rPr lang="es-MX" b="1" i="0" baseline="0"/>
            <a:t>Copias de seguridad:</a:t>
          </a:r>
          <a:r>
            <a:rPr lang="es-MX" b="0" i="0" baseline="0"/>
            <a:t> Duplicados de datos para restaurar en caso de pérdida.</a:t>
          </a:r>
          <a:endParaRPr lang="en-US"/>
        </a:p>
      </dgm:t>
    </dgm:pt>
    <dgm:pt modelId="{8893AF81-DFD8-4D82-9CA0-F81FB553978B}" type="parTrans" cxnId="{DE37C1B2-0414-42D0-BAC5-8E645BDE1BB6}">
      <dgm:prSet/>
      <dgm:spPr/>
      <dgm:t>
        <a:bodyPr/>
        <a:lstStyle/>
        <a:p>
          <a:endParaRPr lang="en-US"/>
        </a:p>
      </dgm:t>
    </dgm:pt>
    <dgm:pt modelId="{A78D0AEA-7361-4CAA-A7FC-00997400A3A9}" type="sibTrans" cxnId="{DE37C1B2-0414-42D0-BAC5-8E645BDE1BB6}">
      <dgm:prSet/>
      <dgm:spPr/>
      <dgm:t>
        <a:bodyPr/>
        <a:lstStyle/>
        <a:p>
          <a:endParaRPr lang="en-US"/>
        </a:p>
      </dgm:t>
    </dgm:pt>
    <dgm:pt modelId="{68E6D8E8-9F82-448A-A2EA-C55D0CA0CA3D}">
      <dgm:prSet/>
      <dgm:spPr/>
      <dgm:t>
        <a:bodyPr/>
        <a:lstStyle/>
        <a:p>
          <a:r>
            <a:rPr lang="es-MX" b="1" i="0" baseline="0"/>
            <a:t>Control de acceso:</a:t>
          </a:r>
          <a:r>
            <a:rPr lang="es-MX" b="0" i="0" baseline="0"/>
            <a:t> Restricción del acceso a sistemas y datos según los roles y permisos.</a:t>
          </a:r>
          <a:endParaRPr lang="en-US"/>
        </a:p>
      </dgm:t>
    </dgm:pt>
    <dgm:pt modelId="{72DBDA7B-6F3F-4F8E-9917-876EE16F1F5B}" type="parTrans" cxnId="{4A7A0683-C5B3-4207-BA3D-2692CAB8FB89}">
      <dgm:prSet/>
      <dgm:spPr/>
      <dgm:t>
        <a:bodyPr/>
        <a:lstStyle/>
        <a:p>
          <a:endParaRPr lang="en-US"/>
        </a:p>
      </dgm:t>
    </dgm:pt>
    <dgm:pt modelId="{06292849-BCD8-4432-B093-84A802AA6356}" type="sibTrans" cxnId="{4A7A0683-C5B3-4207-BA3D-2692CAB8FB89}">
      <dgm:prSet/>
      <dgm:spPr/>
      <dgm:t>
        <a:bodyPr/>
        <a:lstStyle/>
        <a:p>
          <a:endParaRPr lang="en-US"/>
        </a:p>
      </dgm:t>
    </dgm:pt>
    <dgm:pt modelId="{8590C6BE-B957-4854-8C39-AD9B92E38839}">
      <dgm:prSet/>
      <dgm:spPr/>
      <dgm:t>
        <a:bodyPr/>
        <a:lstStyle/>
        <a:p>
          <a:r>
            <a:rPr lang="es-MX" b="1" i="0" baseline="0"/>
            <a:t>Encriptación:</a:t>
          </a:r>
          <a:r>
            <a:rPr lang="es-MX" b="0" i="0" baseline="0"/>
            <a:t> Codificación de datos para proteger su confidencialidad.</a:t>
          </a:r>
          <a:endParaRPr lang="en-US"/>
        </a:p>
      </dgm:t>
    </dgm:pt>
    <dgm:pt modelId="{0F63CECF-399C-472E-820C-3B0CBCECEAF0}" type="parTrans" cxnId="{ECF7291E-2582-4533-A7B8-828A484F3E5E}">
      <dgm:prSet/>
      <dgm:spPr/>
      <dgm:t>
        <a:bodyPr/>
        <a:lstStyle/>
        <a:p>
          <a:endParaRPr lang="en-US"/>
        </a:p>
      </dgm:t>
    </dgm:pt>
    <dgm:pt modelId="{531AE3F9-920D-437A-943B-57C5BD1D1760}" type="sibTrans" cxnId="{ECF7291E-2582-4533-A7B8-828A484F3E5E}">
      <dgm:prSet/>
      <dgm:spPr/>
      <dgm:t>
        <a:bodyPr/>
        <a:lstStyle/>
        <a:p>
          <a:endParaRPr lang="en-US"/>
        </a:p>
      </dgm:t>
    </dgm:pt>
    <dgm:pt modelId="{0A52CFE8-AD05-4826-AFAD-577138116544}">
      <dgm:prSet/>
      <dgm:spPr/>
      <dgm:t>
        <a:bodyPr/>
        <a:lstStyle/>
        <a:p>
          <a:r>
            <a:rPr lang="es-MX" b="1" i="0" baseline="0"/>
            <a:t>Antivirus/Antimalware:</a:t>
          </a:r>
          <a:r>
            <a:rPr lang="es-MX" b="0" i="0" baseline="0"/>
            <a:t> Software que detecta y elimina amenazas.</a:t>
          </a:r>
          <a:endParaRPr lang="en-US"/>
        </a:p>
      </dgm:t>
    </dgm:pt>
    <dgm:pt modelId="{514D5206-A98B-47C2-B6ED-3F5140269FD1}" type="parTrans" cxnId="{67000A55-F2CE-4F05-AFD2-35DCE8928213}">
      <dgm:prSet/>
      <dgm:spPr/>
      <dgm:t>
        <a:bodyPr/>
        <a:lstStyle/>
        <a:p>
          <a:endParaRPr lang="en-US"/>
        </a:p>
      </dgm:t>
    </dgm:pt>
    <dgm:pt modelId="{BA6E0D59-5245-4CCF-9F95-08DB2A3B4707}" type="sibTrans" cxnId="{67000A55-F2CE-4F05-AFD2-35DCE8928213}">
      <dgm:prSet/>
      <dgm:spPr/>
      <dgm:t>
        <a:bodyPr/>
        <a:lstStyle/>
        <a:p>
          <a:endParaRPr lang="en-US"/>
        </a:p>
      </dgm:t>
    </dgm:pt>
    <dgm:pt modelId="{EDF5B5F8-19FF-46C8-8984-80DB4D5F9D66}">
      <dgm:prSet/>
      <dgm:spPr/>
      <dgm:t>
        <a:bodyPr/>
        <a:lstStyle/>
        <a:p>
          <a:r>
            <a:rPr lang="es-MX" b="1" i="0" baseline="0"/>
            <a:t>Actualizaciones de software:</a:t>
          </a:r>
          <a:r>
            <a:rPr lang="es-MX" b="0" i="0" baseline="0"/>
            <a:t> Aplicación de parches de seguridad para corregir vulnerabilidades.</a:t>
          </a:r>
          <a:endParaRPr lang="en-US"/>
        </a:p>
      </dgm:t>
    </dgm:pt>
    <dgm:pt modelId="{41C953BD-B7F2-42E3-BA18-433628FCB380}" type="parTrans" cxnId="{60FE7725-F9D0-4C43-80EE-2F0F091CA8CD}">
      <dgm:prSet/>
      <dgm:spPr/>
      <dgm:t>
        <a:bodyPr/>
        <a:lstStyle/>
        <a:p>
          <a:endParaRPr lang="en-US"/>
        </a:p>
      </dgm:t>
    </dgm:pt>
    <dgm:pt modelId="{C27D2EC6-0500-4785-BB9E-881246853ECA}" type="sibTrans" cxnId="{60FE7725-F9D0-4C43-80EE-2F0F091CA8CD}">
      <dgm:prSet/>
      <dgm:spPr/>
      <dgm:t>
        <a:bodyPr/>
        <a:lstStyle/>
        <a:p>
          <a:endParaRPr lang="en-US"/>
        </a:p>
      </dgm:t>
    </dgm:pt>
    <dgm:pt modelId="{D90FD7D4-A5B2-41FF-937E-E4F69EACF2E1}">
      <dgm:prSet/>
      <dgm:spPr/>
      <dgm:t>
        <a:bodyPr/>
        <a:lstStyle/>
        <a:p>
          <a:r>
            <a:rPr lang="es-MX" b="1" i="0" baseline="0"/>
            <a:t>Políticas de seguridad:</a:t>
          </a:r>
          <a:r>
            <a:rPr lang="es-MX" b="0" i="0" baseline="0"/>
            <a:t> Documentos que establecen las normas de seguridad.</a:t>
          </a:r>
          <a:endParaRPr lang="en-US"/>
        </a:p>
      </dgm:t>
    </dgm:pt>
    <dgm:pt modelId="{64F3AB59-8B17-4224-A205-98A90E32D3BB}" type="parTrans" cxnId="{0E946C4F-C89E-4813-81A2-75BEE0DCCD6C}">
      <dgm:prSet/>
      <dgm:spPr/>
      <dgm:t>
        <a:bodyPr/>
        <a:lstStyle/>
        <a:p>
          <a:endParaRPr lang="en-US"/>
        </a:p>
      </dgm:t>
    </dgm:pt>
    <dgm:pt modelId="{F953102D-AF58-482E-B661-DC5D3FD57F97}" type="sibTrans" cxnId="{0E946C4F-C89E-4813-81A2-75BEE0DCCD6C}">
      <dgm:prSet/>
      <dgm:spPr/>
      <dgm:t>
        <a:bodyPr/>
        <a:lstStyle/>
        <a:p>
          <a:endParaRPr lang="en-US"/>
        </a:p>
      </dgm:t>
    </dgm:pt>
    <dgm:pt modelId="{92B588E5-C100-44DE-AF2F-AFD25CE6C456}">
      <dgm:prSet/>
      <dgm:spPr/>
      <dgm:t>
        <a:bodyPr/>
        <a:lstStyle/>
        <a:p>
          <a:r>
            <a:rPr lang="es-MX" b="1" i="0" baseline="0" dirty="0"/>
            <a:t>Capacitación:</a:t>
          </a:r>
          <a:r>
            <a:rPr lang="es-MX" b="0" i="0" baseline="0" dirty="0"/>
            <a:t> Formación del personal en materia de seguridad.</a:t>
          </a:r>
          <a:endParaRPr lang="en-US" dirty="0"/>
        </a:p>
      </dgm:t>
    </dgm:pt>
    <dgm:pt modelId="{B78B6EFD-6168-4981-8B21-FEB83B4CD4D6}" type="parTrans" cxnId="{7B0162BC-585B-4DC2-BF97-AE5FBBC29D5E}">
      <dgm:prSet/>
      <dgm:spPr/>
      <dgm:t>
        <a:bodyPr/>
        <a:lstStyle/>
        <a:p>
          <a:endParaRPr lang="en-US"/>
        </a:p>
      </dgm:t>
    </dgm:pt>
    <dgm:pt modelId="{0A71D4FC-5D99-4716-9398-AF91B20F86FF}" type="sibTrans" cxnId="{7B0162BC-585B-4DC2-BF97-AE5FBBC29D5E}">
      <dgm:prSet/>
      <dgm:spPr/>
      <dgm:t>
        <a:bodyPr/>
        <a:lstStyle/>
        <a:p>
          <a:endParaRPr lang="en-US"/>
        </a:p>
      </dgm:t>
    </dgm:pt>
    <dgm:pt modelId="{8057E065-1E9E-4139-A32B-7A4459DB4284}">
      <dgm:prSet/>
      <dgm:spPr/>
      <dgm:t>
        <a:bodyPr/>
        <a:lstStyle/>
        <a:p>
          <a:r>
            <a:rPr lang="es-MX" b="1" i="0" baseline="0" dirty="0"/>
            <a:t>Monitoreo de actividades:</a:t>
          </a:r>
          <a:r>
            <a:rPr lang="es-MX" b="0" i="0" baseline="0" dirty="0"/>
            <a:t> Vigilancia de las actividades en los sistemas para detectar anomalías.</a:t>
          </a:r>
          <a:endParaRPr lang="en-US" dirty="0"/>
        </a:p>
      </dgm:t>
    </dgm:pt>
    <dgm:pt modelId="{FE7EBCF2-1312-438F-8D6B-5C721B7C43A3}" type="parTrans" cxnId="{1B8CF683-524B-4F74-8F0C-2AF736B95B03}">
      <dgm:prSet/>
      <dgm:spPr/>
      <dgm:t>
        <a:bodyPr/>
        <a:lstStyle/>
        <a:p>
          <a:endParaRPr lang="en-US"/>
        </a:p>
      </dgm:t>
    </dgm:pt>
    <dgm:pt modelId="{34E48363-B606-4B9E-A2BD-29FED3CC842B}" type="sibTrans" cxnId="{1B8CF683-524B-4F74-8F0C-2AF736B95B03}">
      <dgm:prSet/>
      <dgm:spPr/>
      <dgm:t>
        <a:bodyPr/>
        <a:lstStyle/>
        <a:p>
          <a:endParaRPr lang="en-US"/>
        </a:p>
      </dgm:t>
    </dgm:pt>
    <dgm:pt modelId="{D32F5482-7AF3-4BE0-977E-8243AD0CC701}" type="pres">
      <dgm:prSet presAssocID="{DB7EC516-3BAA-4A18-92DB-D4823A5D83A7}" presName="diagram" presStyleCnt="0">
        <dgm:presLayoutVars>
          <dgm:dir/>
          <dgm:resizeHandles val="exact"/>
        </dgm:presLayoutVars>
      </dgm:prSet>
      <dgm:spPr/>
    </dgm:pt>
    <dgm:pt modelId="{DCB94A6D-9843-4CF0-98F2-4DDCE16B2F14}" type="pres">
      <dgm:prSet presAssocID="{2F677466-0815-4EC5-B037-671658040EDD}" presName="node" presStyleLbl="node1" presStyleIdx="0" presStyleCnt="10">
        <dgm:presLayoutVars>
          <dgm:bulletEnabled val="1"/>
        </dgm:presLayoutVars>
      </dgm:prSet>
      <dgm:spPr/>
    </dgm:pt>
    <dgm:pt modelId="{C9CEC684-138A-4939-B228-7E956C6A40DD}" type="pres">
      <dgm:prSet presAssocID="{9E2808A1-B438-4205-89AE-6E207BB18604}" presName="sibTrans" presStyleLbl="sibTrans2D1" presStyleIdx="0" presStyleCnt="9"/>
      <dgm:spPr/>
    </dgm:pt>
    <dgm:pt modelId="{80A78E2E-6013-4B30-A7C4-24DBC6EB806B}" type="pres">
      <dgm:prSet presAssocID="{9E2808A1-B438-4205-89AE-6E207BB18604}" presName="connectorText" presStyleLbl="sibTrans2D1" presStyleIdx="0" presStyleCnt="9"/>
      <dgm:spPr/>
    </dgm:pt>
    <dgm:pt modelId="{76E43AEE-9B36-48DA-9DB7-61AAD6FB7151}" type="pres">
      <dgm:prSet presAssocID="{670DFBD0-3916-4F2B-9BC9-1B1AB52FA149}" presName="node" presStyleLbl="node1" presStyleIdx="1" presStyleCnt="10">
        <dgm:presLayoutVars>
          <dgm:bulletEnabled val="1"/>
        </dgm:presLayoutVars>
      </dgm:prSet>
      <dgm:spPr/>
    </dgm:pt>
    <dgm:pt modelId="{564E5C03-971E-4B19-81BC-16CC06469169}" type="pres">
      <dgm:prSet presAssocID="{E0DFE685-24FC-4EE7-A3D6-84B877162149}" presName="sibTrans" presStyleLbl="sibTrans2D1" presStyleIdx="1" presStyleCnt="9"/>
      <dgm:spPr/>
    </dgm:pt>
    <dgm:pt modelId="{9469FC40-5AD1-4F35-9135-7D6A86C1A74D}" type="pres">
      <dgm:prSet presAssocID="{E0DFE685-24FC-4EE7-A3D6-84B877162149}" presName="connectorText" presStyleLbl="sibTrans2D1" presStyleIdx="1" presStyleCnt="9"/>
      <dgm:spPr/>
    </dgm:pt>
    <dgm:pt modelId="{250A3B72-04E2-4BB3-8F16-48C209924E9E}" type="pres">
      <dgm:prSet presAssocID="{0C6FB201-EC17-47E4-A4AF-AE7548BBAA1B}" presName="node" presStyleLbl="node1" presStyleIdx="2" presStyleCnt="10">
        <dgm:presLayoutVars>
          <dgm:bulletEnabled val="1"/>
        </dgm:presLayoutVars>
      </dgm:prSet>
      <dgm:spPr/>
    </dgm:pt>
    <dgm:pt modelId="{5BF90E9F-EBA0-499F-B342-CDF4D5A522C3}" type="pres">
      <dgm:prSet presAssocID="{A78D0AEA-7361-4CAA-A7FC-00997400A3A9}" presName="sibTrans" presStyleLbl="sibTrans2D1" presStyleIdx="2" presStyleCnt="9"/>
      <dgm:spPr/>
    </dgm:pt>
    <dgm:pt modelId="{F38FD7A6-1386-40BD-B66E-E76FAB8F03D7}" type="pres">
      <dgm:prSet presAssocID="{A78D0AEA-7361-4CAA-A7FC-00997400A3A9}" presName="connectorText" presStyleLbl="sibTrans2D1" presStyleIdx="2" presStyleCnt="9"/>
      <dgm:spPr/>
    </dgm:pt>
    <dgm:pt modelId="{C682F446-EF46-4014-98A1-53E7FE48D23C}" type="pres">
      <dgm:prSet presAssocID="{68E6D8E8-9F82-448A-A2EA-C55D0CA0CA3D}" presName="node" presStyleLbl="node1" presStyleIdx="3" presStyleCnt="10">
        <dgm:presLayoutVars>
          <dgm:bulletEnabled val="1"/>
        </dgm:presLayoutVars>
      </dgm:prSet>
      <dgm:spPr/>
    </dgm:pt>
    <dgm:pt modelId="{1857542A-3225-4F2B-BCEA-DA4A819947A0}" type="pres">
      <dgm:prSet presAssocID="{06292849-BCD8-4432-B093-84A802AA6356}" presName="sibTrans" presStyleLbl="sibTrans2D1" presStyleIdx="3" presStyleCnt="9"/>
      <dgm:spPr/>
    </dgm:pt>
    <dgm:pt modelId="{60CACD22-2D60-4B49-99C1-97279DC619CE}" type="pres">
      <dgm:prSet presAssocID="{06292849-BCD8-4432-B093-84A802AA6356}" presName="connectorText" presStyleLbl="sibTrans2D1" presStyleIdx="3" presStyleCnt="9"/>
      <dgm:spPr/>
    </dgm:pt>
    <dgm:pt modelId="{A2FC8D52-B529-42B6-A822-E14253FD6B91}" type="pres">
      <dgm:prSet presAssocID="{8590C6BE-B957-4854-8C39-AD9B92E38839}" presName="node" presStyleLbl="node1" presStyleIdx="4" presStyleCnt="10">
        <dgm:presLayoutVars>
          <dgm:bulletEnabled val="1"/>
        </dgm:presLayoutVars>
      </dgm:prSet>
      <dgm:spPr/>
    </dgm:pt>
    <dgm:pt modelId="{1E76AA8B-B1C8-4959-8918-1FE2FE995B7E}" type="pres">
      <dgm:prSet presAssocID="{531AE3F9-920D-437A-943B-57C5BD1D1760}" presName="sibTrans" presStyleLbl="sibTrans2D1" presStyleIdx="4" presStyleCnt="9"/>
      <dgm:spPr/>
    </dgm:pt>
    <dgm:pt modelId="{C4D402F2-A27B-4893-B0EE-7E82B61C7A0A}" type="pres">
      <dgm:prSet presAssocID="{531AE3F9-920D-437A-943B-57C5BD1D1760}" presName="connectorText" presStyleLbl="sibTrans2D1" presStyleIdx="4" presStyleCnt="9"/>
      <dgm:spPr/>
    </dgm:pt>
    <dgm:pt modelId="{068C89D7-9ACB-4FD1-9202-FE40CE26AC56}" type="pres">
      <dgm:prSet presAssocID="{0A52CFE8-AD05-4826-AFAD-577138116544}" presName="node" presStyleLbl="node1" presStyleIdx="5" presStyleCnt="10">
        <dgm:presLayoutVars>
          <dgm:bulletEnabled val="1"/>
        </dgm:presLayoutVars>
      </dgm:prSet>
      <dgm:spPr/>
    </dgm:pt>
    <dgm:pt modelId="{DDAA070E-B64B-43C1-9E6D-E54983FB2FFC}" type="pres">
      <dgm:prSet presAssocID="{BA6E0D59-5245-4CCF-9F95-08DB2A3B4707}" presName="sibTrans" presStyleLbl="sibTrans2D1" presStyleIdx="5" presStyleCnt="9"/>
      <dgm:spPr/>
    </dgm:pt>
    <dgm:pt modelId="{99402BB3-D3CB-4C87-A75C-8494669B5B59}" type="pres">
      <dgm:prSet presAssocID="{BA6E0D59-5245-4CCF-9F95-08DB2A3B4707}" presName="connectorText" presStyleLbl="sibTrans2D1" presStyleIdx="5" presStyleCnt="9"/>
      <dgm:spPr/>
    </dgm:pt>
    <dgm:pt modelId="{6CC38D50-BACD-4C27-8D88-E5EE4F675E59}" type="pres">
      <dgm:prSet presAssocID="{EDF5B5F8-19FF-46C8-8984-80DB4D5F9D66}" presName="node" presStyleLbl="node1" presStyleIdx="6" presStyleCnt="10">
        <dgm:presLayoutVars>
          <dgm:bulletEnabled val="1"/>
        </dgm:presLayoutVars>
      </dgm:prSet>
      <dgm:spPr/>
    </dgm:pt>
    <dgm:pt modelId="{251B595B-4163-4B5D-BF6D-164E6CA2919C}" type="pres">
      <dgm:prSet presAssocID="{C27D2EC6-0500-4785-BB9E-881246853ECA}" presName="sibTrans" presStyleLbl="sibTrans2D1" presStyleIdx="6" presStyleCnt="9"/>
      <dgm:spPr/>
    </dgm:pt>
    <dgm:pt modelId="{B8746827-CE40-40F6-9A10-6C920A6AB355}" type="pres">
      <dgm:prSet presAssocID="{C27D2EC6-0500-4785-BB9E-881246853ECA}" presName="connectorText" presStyleLbl="sibTrans2D1" presStyleIdx="6" presStyleCnt="9"/>
      <dgm:spPr/>
    </dgm:pt>
    <dgm:pt modelId="{E325A196-D36B-4181-BA1B-DF1B297A8FEC}" type="pres">
      <dgm:prSet presAssocID="{D90FD7D4-A5B2-41FF-937E-E4F69EACF2E1}" presName="node" presStyleLbl="node1" presStyleIdx="7" presStyleCnt="10">
        <dgm:presLayoutVars>
          <dgm:bulletEnabled val="1"/>
        </dgm:presLayoutVars>
      </dgm:prSet>
      <dgm:spPr/>
    </dgm:pt>
    <dgm:pt modelId="{9551E400-5E59-4388-BA8B-5774C1220D58}" type="pres">
      <dgm:prSet presAssocID="{F953102D-AF58-482E-B661-DC5D3FD57F97}" presName="sibTrans" presStyleLbl="sibTrans2D1" presStyleIdx="7" presStyleCnt="9"/>
      <dgm:spPr/>
    </dgm:pt>
    <dgm:pt modelId="{47486E74-0133-412D-9FC5-B654E24AFD28}" type="pres">
      <dgm:prSet presAssocID="{F953102D-AF58-482E-B661-DC5D3FD57F97}" presName="connectorText" presStyleLbl="sibTrans2D1" presStyleIdx="7" presStyleCnt="9"/>
      <dgm:spPr/>
    </dgm:pt>
    <dgm:pt modelId="{D88FC2A9-CE98-4AE6-A0F1-9681B7E42727}" type="pres">
      <dgm:prSet presAssocID="{92B588E5-C100-44DE-AF2F-AFD25CE6C456}" presName="node" presStyleLbl="node1" presStyleIdx="8" presStyleCnt="10">
        <dgm:presLayoutVars>
          <dgm:bulletEnabled val="1"/>
        </dgm:presLayoutVars>
      </dgm:prSet>
      <dgm:spPr/>
    </dgm:pt>
    <dgm:pt modelId="{20434E38-229E-4EE1-B6AC-918A3A2F48D9}" type="pres">
      <dgm:prSet presAssocID="{0A71D4FC-5D99-4716-9398-AF91B20F86FF}" presName="sibTrans" presStyleLbl="sibTrans2D1" presStyleIdx="8" presStyleCnt="9"/>
      <dgm:spPr/>
    </dgm:pt>
    <dgm:pt modelId="{36490025-00AA-4F1F-A3C5-30AFFBCCBDA6}" type="pres">
      <dgm:prSet presAssocID="{0A71D4FC-5D99-4716-9398-AF91B20F86FF}" presName="connectorText" presStyleLbl="sibTrans2D1" presStyleIdx="8" presStyleCnt="9"/>
      <dgm:spPr/>
    </dgm:pt>
    <dgm:pt modelId="{6415985B-53D5-42A5-974A-F3BF510EE0E0}" type="pres">
      <dgm:prSet presAssocID="{8057E065-1E9E-4139-A32B-7A4459DB4284}" presName="node" presStyleLbl="node1" presStyleIdx="9" presStyleCnt="10">
        <dgm:presLayoutVars>
          <dgm:bulletEnabled val="1"/>
        </dgm:presLayoutVars>
      </dgm:prSet>
      <dgm:spPr/>
    </dgm:pt>
  </dgm:ptLst>
  <dgm:cxnLst>
    <dgm:cxn modelId="{5B2B2906-0A3D-4AD3-A6F5-AA570A1B49C9}" type="presOf" srcId="{EDF5B5F8-19FF-46C8-8984-80DB4D5F9D66}" destId="{6CC38D50-BACD-4C27-8D88-E5EE4F675E59}" srcOrd="0" destOrd="0" presId="urn:microsoft.com/office/officeart/2005/8/layout/process5"/>
    <dgm:cxn modelId="{9AF7A708-5D03-4AEE-82EC-04A1A2973B20}" type="presOf" srcId="{2F677466-0815-4EC5-B037-671658040EDD}" destId="{DCB94A6D-9843-4CF0-98F2-4DDCE16B2F14}" srcOrd="0" destOrd="0" presId="urn:microsoft.com/office/officeart/2005/8/layout/process5"/>
    <dgm:cxn modelId="{D7CA6516-74A5-44C8-872C-A9B54342AD95}" type="presOf" srcId="{531AE3F9-920D-437A-943B-57C5BD1D1760}" destId="{C4D402F2-A27B-4893-B0EE-7E82B61C7A0A}" srcOrd="1" destOrd="0" presId="urn:microsoft.com/office/officeart/2005/8/layout/process5"/>
    <dgm:cxn modelId="{A418641A-8A27-4D32-9D85-A8516957E6F1}" type="presOf" srcId="{0A52CFE8-AD05-4826-AFAD-577138116544}" destId="{068C89D7-9ACB-4FD1-9202-FE40CE26AC56}" srcOrd="0" destOrd="0" presId="urn:microsoft.com/office/officeart/2005/8/layout/process5"/>
    <dgm:cxn modelId="{4994241D-EB75-4DF5-BAE6-4FBB529CC1F7}" type="presOf" srcId="{06292849-BCD8-4432-B093-84A802AA6356}" destId="{60CACD22-2D60-4B49-99C1-97279DC619CE}" srcOrd="1" destOrd="0" presId="urn:microsoft.com/office/officeart/2005/8/layout/process5"/>
    <dgm:cxn modelId="{ECF7291E-2582-4533-A7B8-828A484F3E5E}" srcId="{DB7EC516-3BAA-4A18-92DB-D4823A5D83A7}" destId="{8590C6BE-B957-4854-8C39-AD9B92E38839}" srcOrd="4" destOrd="0" parTransId="{0F63CECF-399C-472E-820C-3B0CBCECEAF0}" sibTransId="{531AE3F9-920D-437A-943B-57C5BD1D1760}"/>
    <dgm:cxn modelId="{DB8F2624-4E6A-4E20-BC4C-15D7642A85C1}" type="presOf" srcId="{68E6D8E8-9F82-448A-A2EA-C55D0CA0CA3D}" destId="{C682F446-EF46-4014-98A1-53E7FE48D23C}" srcOrd="0" destOrd="0" presId="urn:microsoft.com/office/officeart/2005/8/layout/process5"/>
    <dgm:cxn modelId="{60FE7725-F9D0-4C43-80EE-2F0F091CA8CD}" srcId="{DB7EC516-3BAA-4A18-92DB-D4823A5D83A7}" destId="{EDF5B5F8-19FF-46C8-8984-80DB4D5F9D66}" srcOrd="6" destOrd="0" parTransId="{41C953BD-B7F2-42E3-BA18-433628FCB380}" sibTransId="{C27D2EC6-0500-4785-BB9E-881246853ECA}"/>
    <dgm:cxn modelId="{E4FB9E32-BC90-4009-A2E5-0CF1D48E89DA}" type="presOf" srcId="{DB7EC516-3BAA-4A18-92DB-D4823A5D83A7}" destId="{D32F5482-7AF3-4BE0-977E-8243AD0CC701}" srcOrd="0" destOrd="0" presId="urn:microsoft.com/office/officeart/2005/8/layout/process5"/>
    <dgm:cxn modelId="{FA908535-339D-4E6E-8C3F-43BAF282C769}" type="presOf" srcId="{8057E065-1E9E-4139-A32B-7A4459DB4284}" destId="{6415985B-53D5-42A5-974A-F3BF510EE0E0}" srcOrd="0" destOrd="0" presId="urn:microsoft.com/office/officeart/2005/8/layout/process5"/>
    <dgm:cxn modelId="{24AD0260-95CB-476B-8731-BB83A61983EA}" type="presOf" srcId="{BA6E0D59-5245-4CCF-9F95-08DB2A3B4707}" destId="{DDAA070E-B64B-43C1-9E6D-E54983FB2FFC}" srcOrd="0" destOrd="0" presId="urn:microsoft.com/office/officeart/2005/8/layout/process5"/>
    <dgm:cxn modelId="{EDA6D868-BE75-4EF6-A673-DAA845A37C07}" type="presOf" srcId="{A78D0AEA-7361-4CAA-A7FC-00997400A3A9}" destId="{F38FD7A6-1386-40BD-B66E-E76FAB8F03D7}" srcOrd="1" destOrd="0" presId="urn:microsoft.com/office/officeart/2005/8/layout/process5"/>
    <dgm:cxn modelId="{95AF066C-3488-47D2-B1ED-A25585F52493}" type="presOf" srcId="{E0DFE685-24FC-4EE7-A3D6-84B877162149}" destId="{9469FC40-5AD1-4F35-9135-7D6A86C1A74D}" srcOrd="1" destOrd="0" presId="urn:microsoft.com/office/officeart/2005/8/layout/process5"/>
    <dgm:cxn modelId="{0E946C4F-C89E-4813-81A2-75BEE0DCCD6C}" srcId="{DB7EC516-3BAA-4A18-92DB-D4823A5D83A7}" destId="{D90FD7D4-A5B2-41FF-937E-E4F69EACF2E1}" srcOrd="7" destOrd="0" parTransId="{64F3AB59-8B17-4224-A205-98A90E32D3BB}" sibTransId="{F953102D-AF58-482E-B661-DC5D3FD57F97}"/>
    <dgm:cxn modelId="{B4410451-A770-488F-B210-D429C8A8297F}" type="presOf" srcId="{C27D2EC6-0500-4785-BB9E-881246853ECA}" destId="{B8746827-CE40-40F6-9A10-6C920A6AB355}" srcOrd="1" destOrd="0" presId="urn:microsoft.com/office/officeart/2005/8/layout/process5"/>
    <dgm:cxn modelId="{7942F672-5EA9-4D79-8984-520FA6F6C376}" type="presOf" srcId="{C27D2EC6-0500-4785-BB9E-881246853ECA}" destId="{251B595B-4163-4B5D-BF6D-164E6CA2919C}" srcOrd="0" destOrd="0" presId="urn:microsoft.com/office/officeart/2005/8/layout/process5"/>
    <dgm:cxn modelId="{67000A55-F2CE-4F05-AFD2-35DCE8928213}" srcId="{DB7EC516-3BAA-4A18-92DB-D4823A5D83A7}" destId="{0A52CFE8-AD05-4826-AFAD-577138116544}" srcOrd="5" destOrd="0" parTransId="{514D5206-A98B-47C2-B6ED-3F5140269FD1}" sibTransId="{BA6E0D59-5245-4CCF-9F95-08DB2A3B4707}"/>
    <dgm:cxn modelId="{FFD4BC57-16ED-49AF-AD65-9AB9F61DEE07}" srcId="{DB7EC516-3BAA-4A18-92DB-D4823A5D83A7}" destId="{670DFBD0-3916-4F2B-9BC9-1B1AB52FA149}" srcOrd="1" destOrd="0" parTransId="{7EEF8DB4-4904-49EB-97EE-0B100F2B78CF}" sibTransId="{E0DFE685-24FC-4EE7-A3D6-84B877162149}"/>
    <dgm:cxn modelId="{73BB0078-8249-4EEA-AB5A-7D7C5E8DC2FA}" type="presOf" srcId="{92B588E5-C100-44DE-AF2F-AFD25CE6C456}" destId="{D88FC2A9-CE98-4AE6-A0F1-9681B7E42727}" srcOrd="0" destOrd="0" presId="urn:microsoft.com/office/officeart/2005/8/layout/process5"/>
    <dgm:cxn modelId="{4A7A0683-C5B3-4207-BA3D-2692CAB8FB89}" srcId="{DB7EC516-3BAA-4A18-92DB-D4823A5D83A7}" destId="{68E6D8E8-9F82-448A-A2EA-C55D0CA0CA3D}" srcOrd="3" destOrd="0" parTransId="{72DBDA7B-6F3F-4F8E-9917-876EE16F1F5B}" sibTransId="{06292849-BCD8-4432-B093-84A802AA6356}"/>
    <dgm:cxn modelId="{1B8CF683-524B-4F74-8F0C-2AF736B95B03}" srcId="{DB7EC516-3BAA-4A18-92DB-D4823A5D83A7}" destId="{8057E065-1E9E-4139-A32B-7A4459DB4284}" srcOrd="9" destOrd="0" parTransId="{FE7EBCF2-1312-438F-8D6B-5C721B7C43A3}" sibTransId="{34E48363-B606-4B9E-A2BD-29FED3CC842B}"/>
    <dgm:cxn modelId="{6CBEA589-2DB6-4A68-80CD-62D9A724E090}" type="presOf" srcId="{F953102D-AF58-482E-B661-DC5D3FD57F97}" destId="{9551E400-5E59-4388-BA8B-5774C1220D58}" srcOrd="0" destOrd="0" presId="urn:microsoft.com/office/officeart/2005/8/layout/process5"/>
    <dgm:cxn modelId="{C90BE58F-6609-4E2D-B403-6C70A1BD67E6}" type="presOf" srcId="{BA6E0D59-5245-4CCF-9F95-08DB2A3B4707}" destId="{99402BB3-D3CB-4C87-A75C-8494669B5B59}" srcOrd="1" destOrd="0" presId="urn:microsoft.com/office/officeart/2005/8/layout/process5"/>
    <dgm:cxn modelId="{1FF64B95-59C7-41D5-BB13-76202D6DD204}" type="presOf" srcId="{A78D0AEA-7361-4CAA-A7FC-00997400A3A9}" destId="{5BF90E9F-EBA0-499F-B342-CDF4D5A522C3}" srcOrd="0" destOrd="0" presId="urn:microsoft.com/office/officeart/2005/8/layout/process5"/>
    <dgm:cxn modelId="{9313699D-E719-4DA7-BB17-0F85FFC856FC}" type="presOf" srcId="{06292849-BCD8-4432-B093-84A802AA6356}" destId="{1857542A-3225-4F2B-BCEA-DA4A819947A0}" srcOrd="0" destOrd="0" presId="urn:microsoft.com/office/officeart/2005/8/layout/process5"/>
    <dgm:cxn modelId="{95C00EA3-628E-4963-A8F3-8B05A3FA9034}" type="presOf" srcId="{F953102D-AF58-482E-B661-DC5D3FD57F97}" destId="{47486E74-0133-412D-9FC5-B654E24AFD28}" srcOrd="1" destOrd="0" presId="urn:microsoft.com/office/officeart/2005/8/layout/process5"/>
    <dgm:cxn modelId="{E40CAAAD-4E67-40B9-A555-09F277751C8A}" type="presOf" srcId="{531AE3F9-920D-437A-943B-57C5BD1D1760}" destId="{1E76AA8B-B1C8-4959-8918-1FE2FE995B7E}" srcOrd="0" destOrd="0" presId="urn:microsoft.com/office/officeart/2005/8/layout/process5"/>
    <dgm:cxn modelId="{DE37C1B2-0414-42D0-BAC5-8E645BDE1BB6}" srcId="{DB7EC516-3BAA-4A18-92DB-D4823A5D83A7}" destId="{0C6FB201-EC17-47E4-A4AF-AE7548BBAA1B}" srcOrd="2" destOrd="0" parTransId="{8893AF81-DFD8-4D82-9CA0-F81FB553978B}" sibTransId="{A78D0AEA-7361-4CAA-A7FC-00997400A3A9}"/>
    <dgm:cxn modelId="{7B0162BC-585B-4DC2-BF97-AE5FBBC29D5E}" srcId="{DB7EC516-3BAA-4A18-92DB-D4823A5D83A7}" destId="{92B588E5-C100-44DE-AF2F-AFD25CE6C456}" srcOrd="8" destOrd="0" parTransId="{B78B6EFD-6168-4981-8B21-FEB83B4CD4D6}" sibTransId="{0A71D4FC-5D99-4716-9398-AF91B20F86FF}"/>
    <dgm:cxn modelId="{591B48BC-799E-4966-AD3F-DA39646982B6}" type="presOf" srcId="{D90FD7D4-A5B2-41FF-937E-E4F69EACF2E1}" destId="{E325A196-D36B-4181-BA1B-DF1B297A8FEC}" srcOrd="0" destOrd="0" presId="urn:microsoft.com/office/officeart/2005/8/layout/process5"/>
    <dgm:cxn modelId="{38DA40C9-2BDA-422F-935B-70756B485B4B}" type="presOf" srcId="{0A71D4FC-5D99-4716-9398-AF91B20F86FF}" destId="{36490025-00AA-4F1F-A3C5-30AFFBCCBDA6}" srcOrd="1" destOrd="0" presId="urn:microsoft.com/office/officeart/2005/8/layout/process5"/>
    <dgm:cxn modelId="{28BEE4CC-84FB-4CBB-8F12-CA0E81BD0F63}" type="presOf" srcId="{9E2808A1-B438-4205-89AE-6E207BB18604}" destId="{C9CEC684-138A-4939-B228-7E956C6A40DD}" srcOrd="0" destOrd="0" presId="urn:microsoft.com/office/officeart/2005/8/layout/process5"/>
    <dgm:cxn modelId="{D0DE90CD-60FB-4B07-BEA5-99C3660CE013}" type="presOf" srcId="{0A71D4FC-5D99-4716-9398-AF91B20F86FF}" destId="{20434E38-229E-4EE1-B6AC-918A3A2F48D9}" srcOrd="0" destOrd="0" presId="urn:microsoft.com/office/officeart/2005/8/layout/process5"/>
    <dgm:cxn modelId="{C961A1DE-28F5-4391-AF25-9FE2465F0C5C}" type="presOf" srcId="{9E2808A1-B438-4205-89AE-6E207BB18604}" destId="{80A78E2E-6013-4B30-A7C4-24DBC6EB806B}" srcOrd="1" destOrd="0" presId="urn:microsoft.com/office/officeart/2005/8/layout/process5"/>
    <dgm:cxn modelId="{21F2A4E1-13E0-4E98-BF3F-A245996A0045}" type="presOf" srcId="{670DFBD0-3916-4F2B-9BC9-1B1AB52FA149}" destId="{76E43AEE-9B36-48DA-9DB7-61AAD6FB7151}" srcOrd="0" destOrd="0" presId="urn:microsoft.com/office/officeart/2005/8/layout/process5"/>
    <dgm:cxn modelId="{498E67E6-8A58-47AF-839B-EC7A30C5B523}" type="presOf" srcId="{E0DFE685-24FC-4EE7-A3D6-84B877162149}" destId="{564E5C03-971E-4B19-81BC-16CC06469169}" srcOrd="0" destOrd="0" presId="urn:microsoft.com/office/officeart/2005/8/layout/process5"/>
    <dgm:cxn modelId="{16D255F0-898B-408A-A53D-89B0B672A297}" type="presOf" srcId="{8590C6BE-B957-4854-8C39-AD9B92E38839}" destId="{A2FC8D52-B529-42B6-A822-E14253FD6B91}" srcOrd="0" destOrd="0" presId="urn:microsoft.com/office/officeart/2005/8/layout/process5"/>
    <dgm:cxn modelId="{74BAECFA-EDA0-4638-96BE-4A2FE5A7F169}" type="presOf" srcId="{0C6FB201-EC17-47E4-A4AF-AE7548BBAA1B}" destId="{250A3B72-04E2-4BB3-8F16-48C209924E9E}" srcOrd="0" destOrd="0" presId="urn:microsoft.com/office/officeart/2005/8/layout/process5"/>
    <dgm:cxn modelId="{1602F5FA-EED5-4B98-BD6E-B046630C4090}" srcId="{DB7EC516-3BAA-4A18-92DB-D4823A5D83A7}" destId="{2F677466-0815-4EC5-B037-671658040EDD}" srcOrd="0" destOrd="0" parTransId="{A446FE5F-7C54-4F92-BE52-792ECC56534B}" sibTransId="{9E2808A1-B438-4205-89AE-6E207BB18604}"/>
    <dgm:cxn modelId="{F9B1CE1B-42D5-47AA-953D-297443B4E16D}" type="presParOf" srcId="{D32F5482-7AF3-4BE0-977E-8243AD0CC701}" destId="{DCB94A6D-9843-4CF0-98F2-4DDCE16B2F14}" srcOrd="0" destOrd="0" presId="urn:microsoft.com/office/officeart/2005/8/layout/process5"/>
    <dgm:cxn modelId="{B0037244-9DCE-4040-B48F-3C8347889088}" type="presParOf" srcId="{D32F5482-7AF3-4BE0-977E-8243AD0CC701}" destId="{C9CEC684-138A-4939-B228-7E956C6A40DD}" srcOrd="1" destOrd="0" presId="urn:microsoft.com/office/officeart/2005/8/layout/process5"/>
    <dgm:cxn modelId="{CDA1730A-DA0B-4F2C-B040-CAF024F9E257}" type="presParOf" srcId="{C9CEC684-138A-4939-B228-7E956C6A40DD}" destId="{80A78E2E-6013-4B30-A7C4-24DBC6EB806B}" srcOrd="0" destOrd="0" presId="urn:microsoft.com/office/officeart/2005/8/layout/process5"/>
    <dgm:cxn modelId="{60B4B492-35B2-4E67-8D40-6BBE3F1957C0}" type="presParOf" srcId="{D32F5482-7AF3-4BE0-977E-8243AD0CC701}" destId="{76E43AEE-9B36-48DA-9DB7-61AAD6FB7151}" srcOrd="2" destOrd="0" presId="urn:microsoft.com/office/officeart/2005/8/layout/process5"/>
    <dgm:cxn modelId="{EA90CBB1-3CB3-4E3F-B228-A884485D23E8}" type="presParOf" srcId="{D32F5482-7AF3-4BE0-977E-8243AD0CC701}" destId="{564E5C03-971E-4B19-81BC-16CC06469169}" srcOrd="3" destOrd="0" presId="urn:microsoft.com/office/officeart/2005/8/layout/process5"/>
    <dgm:cxn modelId="{0EFC1175-1B58-49BE-9E7E-F944FCA48CF4}" type="presParOf" srcId="{564E5C03-971E-4B19-81BC-16CC06469169}" destId="{9469FC40-5AD1-4F35-9135-7D6A86C1A74D}" srcOrd="0" destOrd="0" presId="urn:microsoft.com/office/officeart/2005/8/layout/process5"/>
    <dgm:cxn modelId="{D7F66801-E1E1-4A8C-B92A-2785AD7C2923}" type="presParOf" srcId="{D32F5482-7AF3-4BE0-977E-8243AD0CC701}" destId="{250A3B72-04E2-4BB3-8F16-48C209924E9E}" srcOrd="4" destOrd="0" presId="urn:microsoft.com/office/officeart/2005/8/layout/process5"/>
    <dgm:cxn modelId="{1BAFC098-6E48-435B-B048-B58453166952}" type="presParOf" srcId="{D32F5482-7AF3-4BE0-977E-8243AD0CC701}" destId="{5BF90E9F-EBA0-499F-B342-CDF4D5A522C3}" srcOrd="5" destOrd="0" presId="urn:microsoft.com/office/officeart/2005/8/layout/process5"/>
    <dgm:cxn modelId="{1017FDBB-1C0E-4B7F-8EAD-C207BCF70D7A}" type="presParOf" srcId="{5BF90E9F-EBA0-499F-B342-CDF4D5A522C3}" destId="{F38FD7A6-1386-40BD-B66E-E76FAB8F03D7}" srcOrd="0" destOrd="0" presId="urn:microsoft.com/office/officeart/2005/8/layout/process5"/>
    <dgm:cxn modelId="{4B3FBF93-6B02-4ADF-B4B2-5B40AB9338B8}" type="presParOf" srcId="{D32F5482-7AF3-4BE0-977E-8243AD0CC701}" destId="{C682F446-EF46-4014-98A1-53E7FE48D23C}" srcOrd="6" destOrd="0" presId="urn:microsoft.com/office/officeart/2005/8/layout/process5"/>
    <dgm:cxn modelId="{05955440-9EFB-45D2-8773-2908B2ED5ECC}" type="presParOf" srcId="{D32F5482-7AF3-4BE0-977E-8243AD0CC701}" destId="{1857542A-3225-4F2B-BCEA-DA4A819947A0}" srcOrd="7" destOrd="0" presId="urn:microsoft.com/office/officeart/2005/8/layout/process5"/>
    <dgm:cxn modelId="{AEAB12D7-79CA-44CD-9F49-A7D83489ABE5}" type="presParOf" srcId="{1857542A-3225-4F2B-BCEA-DA4A819947A0}" destId="{60CACD22-2D60-4B49-99C1-97279DC619CE}" srcOrd="0" destOrd="0" presId="urn:microsoft.com/office/officeart/2005/8/layout/process5"/>
    <dgm:cxn modelId="{859AF058-6932-481C-A4BC-6334F2A16306}" type="presParOf" srcId="{D32F5482-7AF3-4BE0-977E-8243AD0CC701}" destId="{A2FC8D52-B529-42B6-A822-E14253FD6B91}" srcOrd="8" destOrd="0" presId="urn:microsoft.com/office/officeart/2005/8/layout/process5"/>
    <dgm:cxn modelId="{3D4F0071-BF2C-45FE-A0EF-C5C687A90B3A}" type="presParOf" srcId="{D32F5482-7AF3-4BE0-977E-8243AD0CC701}" destId="{1E76AA8B-B1C8-4959-8918-1FE2FE995B7E}" srcOrd="9" destOrd="0" presId="urn:microsoft.com/office/officeart/2005/8/layout/process5"/>
    <dgm:cxn modelId="{4FD2A160-CB47-4CB6-9428-3DE9948907AF}" type="presParOf" srcId="{1E76AA8B-B1C8-4959-8918-1FE2FE995B7E}" destId="{C4D402F2-A27B-4893-B0EE-7E82B61C7A0A}" srcOrd="0" destOrd="0" presId="urn:microsoft.com/office/officeart/2005/8/layout/process5"/>
    <dgm:cxn modelId="{D78AE98F-BE39-45CA-866C-D771FFD078F2}" type="presParOf" srcId="{D32F5482-7AF3-4BE0-977E-8243AD0CC701}" destId="{068C89D7-9ACB-4FD1-9202-FE40CE26AC56}" srcOrd="10" destOrd="0" presId="urn:microsoft.com/office/officeart/2005/8/layout/process5"/>
    <dgm:cxn modelId="{2BD88E86-4C87-4818-AB16-4FCB514E9FE2}" type="presParOf" srcId="{D32F5482-7AF3-4BE0-977E-8243AD0CC701}" destId="{DDAA070E-B64B-43C1-9E6D-E54983FB2FFC}" srcOrd="11" destOrd="0" presId="urn:microsoft.com/office/officeart/2005/8/layout/process5"/>
    <dgm:cxn modelId="{C05CE59C-081F-4298-BF78-2017909BCD9A}" type="presParOf" srcId="{DDAA070E-B64B-43C1-9E6D-E54983FB2FFC}" destId="{99402BB3-D3CB-4C87-A75C-8494669B5B59}" srcOrd="0" destOrd="0" presId="urn:microsoft.com/office/officeart/2005/8/layout/process5"/>
    <dgm:cxn modelId="{925E4C28-A0F3-48B2-8C7E-C54F5823A7AC}" type="presParOf" srcId="{D32F5482-7AF3-4BE0-977E-8243AD0CC701}" destId="{6CC38D50-BACD-4C27-8D88-E5EE4F675E59}" srcOrd="12" destOrd="0" presId="urn:microsoft.com/office/officeart/2005/8/layout/process5"/>
    <dgm:cxn modelId="{1B5AE424-DE77-4C8D-BD25-DD1EF8F7A0DA}" type="presParOf" srcId="{D32F5482-7AF3-4BE0-977E-8243AD0CC701}" destId="{251B595B-4163-4B5D-BF6D-164E6CA2919C}" srcOrd="13" destOrd="0" presId="urn:microsoft.com/office/officeart/2005/8/layout/process5"/>
    <dgm:cxn modelId="{E26F0AFD-C83B-477D-AD18-233EA86FD452}" type="presParOf" srcId="{251B595B-4163-4B5D-BF6D-164E6CA2919C}" destId="{B8746827-CE40-40F6-9A10-6C920A6AB355}" srcOrd="0" destOrd="0" presId="urn:microsoft.com/office/officeart/2005/8/layout/process5"/>
    <dgm:cxn modelId="{6DB89C08-06E9-4201-B3C7-0C6EAA904BE0}" type="presParOf" srcId="{D32F5482-7AF3-4BE0-977E-8243AD0CC701}" destId="{E325A196-D36B-4181-BA1B-DF1B297A8FEC}" srcOrd="14" destOrd="0" presId="urn:microsoft.com/office/officeart/2005/8/layout/process5"/>
    <dgm:cxn modelId="{B126BE07-3E9B-4AB4-AC4B-B844115A8FAB}" type="presParOf" srcId="{D32F5482-7AF3-4BE0-977E-8243AD0CC701}" destId="{9551E400-5E59-4388-BA8B-5774C1220D58}" srcOrd="15" destOrd="0" presId="urn:microsoft.com/office/officeart/2005/8/layout/process5"/>
    <dgm:cxn modelId="{37AEBA59-461A-4264-9EEF-963D079E59A6}" type="presParOf" srcId="{9551E400-5E59-4388-BA8B-5774C1220D58}" destId="{47486E74-0133-412D-9FC5-B654E24AFD28}" srcOrd="0" destOrd="0" presId="urn:microsoft.com/office/officeart/2005/8/layout/process5"/>
    <dgm:cxn modelId="{FB622869-DA29-4E19-BE39-432C20754140}" type="presParOf" srcId="{D32F5482-7AF3-4BE0-977E-8243AD0CC701}" destId="{D88FC2A9-CE98-4AE6-A0F1-9681B7E42727}" srcOrd="16" destOrd="0" presId="urn:microsoft.com/office/officeart/2005/8/layout/process5"/>
    <dgm:cxn modelId="{89DA3D88-EC1A-4A67-A534-E83F83236B47}" type="presParOf" srcId="{D32F5482-7AF3-4BE0-977E-8243AD0CC701}" destId="{20434E38-229E-4EE1-B6AC-918A3A2F48D9}" srcOrd="17" destOrd="0" presId="urn:microsoft.com/office/officeart/2005/8/layout/process5"/>
    <dgm:cxn modelId="{ECA3580A-B13B-4599-8C6D-9E51FC203B8E}" type="presParOf" srcId="{20434E38-229E-4EE1-B6AC-918A3A2F48D9}" destId="{36490025-00AA-4F1F-A3C5-30AFFBCCBDA6}" srcOrd="0" destOrd="0" presId="urn:microsoft.com/office/officeart/2005/8/layout/process5"/>
    <dgm:cxn modelId="{3F1475EB-4537-4BD0-BC55-7918DECAAA5D}" type="presParOf" srcId="{D32F5482-7AF3-4BE0-977E-8243AD0CC701}" destId="{6415985B-53D5-42A5-974A-F3BF510EE0E0}" srcOrd="1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4A2435-4674-49F1-BF7B-33C0AA31D3C9}">
      <dsp:nvSpPr>
        <dsp:cNvPr id="0" name=""/>
        <dsp:cNvSpPr/>
      </dsp:nvSpPr>
      <dsp:spPr>
        <a:xfrm>
          <a:off x="0" y="0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b="1" kern="1200"/>
            <a:t>Niveles de Criticidad:</a:t>
          </a:r>
          <a:endParaRPr lang="en-US" sz="2100" kern="1200"/>
        </a:p>
      </dsp:txBody>
      <dsp:txXfrm>
        <a:off x="27017" y="27017"/>
        <a:ext cx="7668958" cy="868383"/>
      </dsp:txXfrm>
    </dsp:sp>
    <dsp:sp modelId="{9A5A1117-81E3-45B3-B766-059E059D966E}">
      <dsp:nvSpPr>
        <dsp:cNvPr id="0" name=""/>
        <dsp:cNvSpPr/>
      </dsp:nvSpPr>
      <dsp:spPr>
        <a:xfrm>
          <a:off x="732164" y="1090129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b="1" kern="1200"/>
            <a:t>Alta:</a:t>
          </a:r>
          <a:r>
            <a:rPr lang="es-MX" sz="2100" kern="1200"/>
            <a:t> Activos críticos para las operaciones de la empresa, cuya pérdida o compromiso tendría un impacto significativo.</a:t>
          </a:r>
          <a:endParaRPr lang="en-US" sz="2100" kern="1200"/>
        </a:p>
      </dsp:txBody>
      <dsp:txXfrm>
        <a:off x="759181" y="1117146"/>
        <a:ext cx="7356493" cy="868383"/>
      </dsp:txXfrm>
    </dsp:sp>
    <dsp:sp modelId="{C0BEDDC1-0F67-40ED-A671-06094375139C}">
      <dsp:nvSpPr>
        <dsp:cNvPr id="0" name=""/>
        <dsp:cNvSpPr/>
      </dsp:nvSpPr>
      <dsp:spPr>
        <a:xfrm>
          <a:off x="1453401" y="2180258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b="1" kern="1200"/>
            <a:t>Media:</a:t>
          </a:r>
          <a:r>
            <a:rPr lang="es-MX" sz="2100" kern="1200"/>
            <a:t> Activos importantes para las operaciones, pero cuya pérdida o compromiso tendría un impacto menor.</a:t>
          </a:r>
          <a:endParaRPr lang="en-US" sz="2100" kern="1200"/>
        </a:p>
      </dsp:txBody>
      <dsp:txXfrm>
        <a:off x="1480418" y="2207275"/>
        <a:ext cx="7367421" cy="868383"/>
      </dsp:txXfrm>
    </dsp:sp>
    <dsp:sp modelId="{C6D4AA5E-83BD-4A2C-BC1E-3C2786EE2C31}">
      <dsp:nvSpPr>
        <dsp:cNvPr id="0" name=""/>
        <dsp:cNvSpPr/>
      </dsp:nvSpPr>
      <dsp:spPr>
        <a:xfrm>
          <a:off x="2185565" y="3270387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b="1" kern="1200"/>
            <a:t>Baja:</a:t>
          </a:r>
          <a:r>
            <a:rPr lang="es-MX" sz="2100" kern="1200"/>
            <a:t> Activos de menor importancia, cuya pérdida o compromiso tendría un impacto limitado.</a:t>
          </a:r>
          <a:endParaRPr lang="en-US" sz="2100" kern="1200"/>
        </a:p>
      </dsp:txBody>
      <dsp:txXfrm>
        <a:off x="2212582" y="3297404"/>
        <a:ext cx="7356493" cy="868383"/>
      </dsp:txXfrm>
    </dsp:sp>
    <dsp:sp modelId="{B7A00528-B407-48C5-9F61-6FB80FDB1788}">
      <dsp:nvSpPr>
        <dsp:cNvPr id="0" name=""/>
        <dsp:cNvSpPr/>
      </dsp:nvSpPr>
      <dsp:spPr>
        <a:xfrm>
          <a:off x="8142692" y="706487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8277595" y="706487"/>
        <a:ext cx="329765" cy="451177"/>
      </dsp:txXfrm>
    </dsp:sp>
    <dsp:sp modelId="{AA31C8D7-A290-4773-9FE7-2AFB605AA78A}">
      <dsp:nvSpPr>
        <dsp:cNvPr id="0" name=""/>
        <dsp:cNvSpPr/>
      </dsp:nvSpPr>
      <dsp:spPr>
        <a:xfrm>
          <a:off x="8874856" y="179661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9009759" y="1796616"/>
        <a:ext cx="329765" cy="451177"/>
      </dsp:txXfrm>
    </dsp:sp>
    <dsp:sp modelId="{ECC5911C-97A4-49BE-80FA-2DD61249F663}">
      <dsp:nvSpPr>
        <dsp:cNvPr id="0" name=""/>
        <dsp:cNvSpPr/>
      </dsp:nvSpPr>
      <dsp:spPr>
        <a:xfrm>
          <a:off x="9596093" y="288674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9730996" y="2886746"/>
        <a:ext cx="329765" cy="4511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E16984-E21B-4F1C-B7DC-3C8AAC124D94}">
      <dsp:nvSpPr>
        <dsp:cNvPr id="0" name=""/>
        <dsp:cNvSpPr/>
      </dsp:nvSpPr>
      <dsp:spPr>
        <a:xfrm>
          <a:off x="2329474" y="1084105"/>
          <a:ext cx="5050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5093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68628" y="1127147"/>
        <a:ext cx="26784" cy="5356"/>
      </dsp:txXfrm>
    </dsp:sp>
    <dsp:sp modelId="{1E4AF3E2-B582-4473-9A37-FFA8329C4CEE}">
      <dsp:nvSpPr>
        <dsp:cNvPr id="0" name=""/>
        <dsp:cNvSpPr/>
      </dsp:nvSpPr>
      <dsp:spPr>
        <a:xfrm>
          <a:off x="2174" y="431095"/>
          <a:ext cx="2329100" cy="139746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28" tIns="119797" rIns="114128" bIns="11979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i="0" kern="1200" baseline="0"/>
            <a:t>Riesgos Principales:</a:t>
          </a:r>
          <a:endParaRPr lang="en-US" sz="1400" kern="1200"/>
        </a:p>
      </dsp:txBody>
      <dsp:txXfrm>
        <a:off x="2174" y="431095"/>
        <a:ext cx="2329100" cy="1397460"/>
      </dsp:txXfrm>
    </dsp:sp>
    <dsp:sp modelId="{911948F3-BB8F-4AA4-BBF7-619C83468DB1}">
      <dsp:nvSpPr>
        <dsp:cNvPr id="0" name=""/>
        <dsp:cNvSpPr/>
      </dsp:nvSpPr>
      <dsp:spPr>
        <a:xfrm>
          <a:off x="5194267" y="1084105"/>
          <a:ext cx="5050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509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33422" y="1127147"/>
        <a:ext cx="26784" cy="5356"/>
      </dsp:txXfrm>
    </dsp:sp>
    <dsp:sp modelId="{AFAEB460-20E5-44E0-A4F4-AB6ED71DDB3B}">
      <dsp:nvSpPr>
        <dsp:cNvPr id="0" name=""/>
        <dsp:cNvSpPr/>
      </dsp:nvSpPr>
      <dsp:spPr>
        <a:xfrm>
          <a:off x="2866967" y="431095"/>
          <a:ext cx="2329100" cy="139746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28" tIns="119797" rIns="114128" bIns="11979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i="0" kern="1200" baseline="0"/>
            <a:t>Pérdida de datos:</a:t>
          </a:r>
          <a:r>
            <a:rPr lang="es-MX" sz="1400" b="0" i="0" kern="1200" baseline="0"/>
            <a:t> Pérdida accidental o intencional de información confidencial.</a:t>
          </a:r>
          <a:endParaRPr lang="en-US" sz="1400" kern="1200"/>
        </a:p>
      </dsp:txBody>
      <dsp:txXfrm>
        <a:off x="2866967" y="431095"/>
        <a:ext cx="2329100" cy="1397460"/>
      </dsp:txXfrm>
    </dsp:sp>
    <dsp:sp modelId="{5ECA865F-89A4-4A82-89F2-81A52B434FC7}">
      <dsp:nvSpPr>
        <dsp:cNvPr id="0" name=""/>
        <dsp:cNvSpPr/>
      </dsp:nvSpPr>
      <dsp:spPr>
        <a:xfrm>
          <a:off x="8059061" y="1084105"/>
          <a:ext cx="5050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5093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298215" y="1127147"/>
        <a:ext cx="26784" cy="5356"/>
      </dsp:txXfrm>
    </dsp:sp>
    <dsp:sp modelId="{1752B926-FA0F-4BFB-8D69-85B0C7CF5D15}">
      <dsp:nvSpPr>
        <dsp:cNvPr id="0" name=""/>
        <dsp:cNvSpPr/>
      </dsp:nvSpPr>
      <dsp:spPr>
        <a:xfrm>
          <a:off x="5731761" y="431095"/>
          <a:ext cx="2329100" cy="139746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28" tIns="119797" rIns="114128" bIns="11979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i="0" kern="1200" baseline="0"/>
            <a:t>Interrupción del servicio:</a:t>
          </a:r>
          <a:r>
            <a:rPr lang="es-MX" sz="1400" b="0" i="0" kern="1200" baseline="0"/>
            <a:t> Fallas en los sistemas que impiden la prestación de servicios.</a:t>
          </a:r>
          <a:endParaRPr lang="en-US" sz="1400" kern="1200"/>
        </a:p>
      </dsp:txBody>
      <dsp:txXfrm>
        <a:off x="5731761" y="431095"/>
        <a:ext cx="2329100" cy="1397460"/>
      </dsp:txXfrm>
    </dsp:sp>
    <dsp:sp modelId="{F7768BAC-BC09-41B8-9C33-283299661DA9}">
      <dsp:nvSpPr>
        <dsp:cNvPr id="0" name=""/>
        <dsp:cNvSpPr/>
      </dsp:nvSpPr>
      <dsp:spPr>
        <a:xfrm>
          <a:off x="1166724" y="1826755"/>
          <a:ext cx="8594380" cy="505093"/>
        </a:xfrm>
        <a:custGeom>
          <a:avLst/>
          <a:gdLst/>
          <a:ahLst/>
          <a:cxnLst/>
          <a:rect l="0" t="0" r="0" b="0"/>
          <a:pathLst>
            <a:path>
              <a:moveTo>
                <a:pt x="8594380" y="0"/>
              </a:moveTo>
              <a:lnTo>
                <a:pt x="8594380" y="269646"/>
              </a:lnTo>
              <a:lnTo>
                <a:pt x="0" y="269646"/>
              </a:lnTo>
              <a:lnTo>
                <a:pt x="0" y="505093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48638" y="2076624"/>
        <a:ext cx="430552" cy="5356"/>
      </dsp:txXfrm>
    </dsp:sp>
    <dsp:sp modelId="{BBCBEA85-068F-49D2-90DF-EF6F85BF6952}">
      <dsp:nvSpPr>
        <dsp:cNvPr id="0" name=""/>
        <dsp:cNvSpPr/>
      </dsp:nvSpPr>
      <dsp:spPr>
        <a:xfrm>
          <a:off x="8596554" y="431095"/>
          <a:ext cx="2329100" cy="139746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28" tIns="119797" rIns="114128" bIns="11979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i="0" kern="1200" baseline="0"/>
            <a:t>Acceso no autorizado:</a:t>
          </a:r>
          <a:r>
            <a:rPr lang="es-MX" sz="1400" b="0" i="0" kern="1200" baseline="0"/>
            <a:t> Acceso a sistemas o datos por parte de personas no autorizadas.</a:t>
          </a:r>
          <a:endParaRPr lang="en-US" sz="1400" kern="1200"/>
        </a:p>
      </dsp:txBody>
      <dsp:txXfrm>
        <a:off x="8596554" y="431095"/>
        <a:ext cx="2329100" cy="1397460"/>
      </dsp:txXfrm>
    </dsp:sp>
    <dsp:sp modelId="{32070447-9AB3-4787-894B-4AA6FE4F5391}">
      <dsp:nvSpPr>
        <dsp:cNvPr id="0" name=""/>
        <dsp:cNvSpPr/>
      </dsp:nvSpPr>
      <dsp:spPr>
        <a:xfrm>
          <a:off x="2329474" y="3017259"/>
          <a:ext cx="5050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5093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68628" y="3060300"/>
        <a:ext cx="26784" cy="5356"/>
      </dsp:txXfrm>
    </dsp:sp>
    <dsp:sp modelId="{F44CE968-78AB-4402-8C29-2895F57199FC}">
      <dsp:nvSpPr>
        <dsp:cNvPr id="0" name=""/>
        <dsp:cNvSpPr/>
      </dsp:nvSpPr>
      <dsp:spPr>
        <a:xfrm>
          <a:off x="2174" y="2364249"/>
          <a:ext cx="2329100" cy="139746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28" tIns="119797" rIns="114128" bIns="11979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i="0" kern="1200" baseline="0"/>
            <a:t>Infección por malware:</a:t>
          </a:r>
          <a:r>
            <a:rPr lang="es-MX" sz="1400" b="0" i="0" kern="1200" baseline="0"/>
            <a:t> Infección de sistemas por virus, ransomware u otro tipo de malware.</a:t>
          </a:r>
          <a:endParaRPr lang="en-US" sz="1400" kern="1200"/>
        </a:p>
      </dsp:txBody>
      <dsp:txXfrm>
        <a:off x="2174" y="2364249"/>
        <a:ext cx="2329100" cy="1397460"/>
      </dsp:txXfrm>
    </dsp:sp>
    <dsp:sp modelId="{0D32FC1F-BEA8-4050-936B-FE52E493DB37}">
      <dsp:nvSpPr>
        <dsp:cNvPr id="0" name=""/>
        <dsp:cNvSpPr/>
      </dsp:nvSpPr>
      <dsp:spPr>
        <a:xfrm>
          <a:off x="5194267" y="3017259"/>
          <a:ext cx="5050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5093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33422" y="3060300"/>
        <a:ext cx="26784" cy="5356"/>
      </dsp:txXfrm>
    </dsp:sp>
    <dsp:sp modelId="{6382E046-6C8B-419A-8D47-D110FEFFAD98}">
      <dsp:nvSpPr>
        <dsp:cNvPr id="0" name=""/>
        <dsp:cNvSpPr/>
      </dsp:nvSpPr>
      <dsp:spPr>
        <a:xfrm>
          <a:off x="2866967" y="2364249"/>
          <a:ext cx="2329100" cy="139746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28" tIns="119797" rIns="114128" bIns="11979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i="0" kern="1200" baseline="0"/>
            <a:t>Error humano:</a:t>
          </a:r>
          <a:r>
            <a:rPr lang="es-MX" sz="1400" b="0" i="0" kern="1200" baseline="0"/>
            <a:t> Errores cometidos por los usuarios que pueden comprometer la seguridad.</a:t>
          </a:r>
          <a:endParaRPr lang="en-US" sz="1400" kern="1200"/>
        </a:p>
      </dsp:txBody>
      <dsp:txXfrm>
        <a:off x="2866967" y="2364249"/>
        <a:ext cx="2329100" cy="1397460"/>
      </dsp:txXfrm>
    </dsp:sp>
    <dsp:sp modelId="{7EF9D909-C5D9-4BFA-A808-DEE5A5EDBC61}">
      <dsp:nvSpPr>
        <dsp:cNvPr id="0" name=""/>
        <dsp:cNvSpPr/>
      </dsp:nvSpPr>
      <dsp:spPr>
        <a:xfrm>
          <a:off x="8059061" y="3017259"/>
          <a:ext cx="5050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509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298215" y="3060300"/>
        <a:ext cx="26784" cy="5356"/>
      </dsp:txXfrm>
    </dsp:sp>
    <dsp:sp modelId="{905205D8-ADD3-44DA-A724-12248D880E10}">
      <dsp:nvSpPr>
        <dsp:cNvPr id="0" name=""/>
        <dsp:cNvSpPr/>
      </dsp:nvSpPr>
      <dsp:spPr>
        <a:xfrm>
          <a:off x="5731761" y="2364249"/>
          <a:ext cx="2329100" cy="139746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28" tIns="119797" rIns="114128" bIns="11979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i="0" kern="1200" baseline="0"/>
            <a:t>Filtración de información:</a:t>
          </a:r>
          <a:r>
            <a:rPr lang="es-MX" sz="1400" b="0" i="0" kern="1200" baseline="0"/>
            <a:t> Divulgación accidental o intencional de información confidencial.</a:t>
          </a:r>
          <a:endParaRPr lang="en-US" sz="1400" kern="1200"/>
        </a:p>
      </dsp:txBody>
      <dsp:txXfrm>
        <a:off x="5731761" y="2364249"/>
        <a:ext cx="2329100" cy="1397460"/>
      </dsp:txXfrm>
    </dsp:sp>
    <dsp:sp modelId="{BC3F5CA6-0DD7-4840-8DF0-3FF4DA95926F}">
      <dsp:nvSpPr>
        <dsp:cNvPr id="0" name=""/>
        <dsp:cNvSpPr/>
      </dsp:nvSpPr>
      <dsp:spPr>
        <a:xfrm>
          <a:off x="8596554" y="2364249"/>
          <a:ext cx="2329100" cy="139746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28" tIns="119797" rIns="114128" bIns="11979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i="0" kern="1200" baseline="0"/>
            <a:t>Espionaje industrial:</a:t>
          </a:r>
          <a:r>
            <a:rPr lang="es-MX" sz="1400" b="0" i="0" kern="1200" baseline="0"/>
            <a:t> Obtención de información confidencial por parte de competidores.</a:t>
          </a:r>
          <a:endParaRPr lang="en-US" sz="1400" kern="1200"/>
        </a:p>
      </dsp:txBody>
      <dsp:txXfrm>
        <a:off x="8596554" y="2364249"/>
        <a:ext cx="2329100" cy="13974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B94A6D-9843-4CF0-98F2-4DDCE16B2F14}">
      <dsp:nvSpPr>
        <dsp:cNvPr id="0" name=""/>
        <dsp:cNvSpPr/>
      </dsp:nvSpPr>
      <dsp:spPr>
        <a:xfrm>
          <a:off x="5596" y="191728"/>
          <a:ext cx="1672820" cy="100369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b="1" i="0" kern="1200" baseline="0"/>
            <a:t>Firewall:</a:t>
          </a:r>
          <a:r>
            <a:rPr lang="es-MX" sz="1100" b="0" i="0" kern="1200" baseline="0"/>
            <a:t> Dispositivo que filtra el tráfico de red.</a:t>
          </a:r>
          <a:endParaRPr lang="en-US" sz="1100" kern="1200"/>
        </a:p>
      </dsp:txBody>
      <dsp:txXfrm>
        <a:off x="34993" y="221125"/>
        <a:ext cx="1614026" cy="944898"/>
      </dsp:txXfrm>
    </dsp:sp>
    <dsp:sp modelId="{C9CEC684-138A-4939-B228-7E956C6A40DD}">
      <dsp:nvSpPr>
        <dsp:cNvPr id="0" name=""/>
        <dsp:cNvSpPr/>
      </dsp:nvSpPr>
      <dsp:spPr>
        <a:xfrm>
          <a:off x="1825625" y="486145"/>
          <a:ext cx="354638" cy="4148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825625" y="569117"/>
        <a:ext cx="248247" cy="248915"/>
      </dsp:txXfrm>
    </dsp:sp>
    <dsp:sp modelId="{76E43AEE-9B36-48DA-9DB7-61AAD6FB7151}">
      <dsp:nvSpPr>
        <dsp:cNvPr id="0" name=""/>
        <dsp:cNvSpPr/>
      </dsp:nvSpPr>
      <dsp:spPr>
        <a:xfrm>
          <a:off x="2347546" y="191728"/>
          <a:ext cx="1672820" cy="1003692"/>
        </a:xfrm>
        <a:prstGeom prst="roundRect">
          <a:avLst>
            <a:gd name="adj" fmla="val 10000"/>
          </a:avLst>
        </a:prstGeom>
        <a:solidFill>
          <a:schemeClr val="accent5">
            <a:hueOff val="-1350239"/>
            <a:satOff val="-92"/>
            <a:lumOff val="2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b="1" i="0" kern="1200" baseline="0"/>
            <a:t>IDS/IPS:</a:t>
          </a:r>
          <a:r>
            <a:rPr lang="es-MX" sz="1100" b="0" i="0" kern="1200" baseline="0"/>
            <a:t> Sistemas que detectan y previenen intrusiones.</a:t>
          </a:r>
          <a:endParaRPr lang="en-US" sz="1100" kern="1200"/>
        </a:p>
      </dsp:txBody>
      <dsp:txXfrm>
        <a:off x="2376943" y="221125"/>
        <a:ext cx="1614026" cy="944898"/>
      </dsp:txXfrm>
    </dsp:sp>
    <dsp:sp modelId="{564E5C03-971E-4B19-81BC-16CC06469169}">
      <dsp:nvSpPr>
        <dsp:cNvPr id="0" name=""/>
        <dsp:cNvSpPr/>
      </dsp:nvSpPr>
      <dsp:spPr>
        <a:xfrm>
          <a:off x="4167575" y="486145"/>
          <a:ext cx="354638" cy="4148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519019"/>
            <a:satOff val="-103"/>
            <a:lumOff val="24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4167575" y="569117"/>
        <a:ext cx="248247" cy="248915"/>
      </dsp:txXfrm>
    </dsp:sp>
    <dsp:sp modelId="{250A3B72-04E2-4BB3-8F16-48C209924E9E}">
      <dsp:nvSpPr>
        <dsp:cNvPr id="0" name=""/>
        <dsp:cNvSpPr/>
      </dsp:nvSpPr>
      <dsp:spPr>
        <a:xfrm>
          <a:off x="4689495" y="191728"/>
          <a:ext cx="1672820" cy="1003692"/>
        </a:xfrm>
        <a:prstGeom prst="roundRect">
          <a:avLst>
            <a:gd name="adj" fmla="val 10000"/>
          </a:avLst>
        </a:prstGeom>
        <a:solidFill>
          <a:schemeClr val="accent5">
            <a:hueOff val="-2700478"/>
            <a:satOff val="-184"/>
            <a:lumOff val="43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b="1" i="0" kern="1200" baseline="0"/>
            <a:t>Copias de seguridad:</a:t>
          </a:r>
          <a:r>
            <a:rPr lang="es-MX" sz="1100" b="0" i="0" kern="1200" baseline="0"/>
            <a:t> Duplicados de datos para restaurar en caso de pérdida.</a:t>
          </a:r>
          <a:endParaRPr lang="en-US" sz="1100" kern="1200"/>
        </a:p>
      </dsp:txBody>
      <dsp:txXfrm>
        <a:off x="4718892" y="221125"/>
        <a:ext cx="1614026" cy="944898"/>
      </dsp:txXfrm>
    </dsp:sp>
    <dsp:sp modelId="{5BF90E9F-EBA0-499F-B342-CDF4D5A522C3}">
      <dsp:nvSpPr>
        <dsp:cNvPr id="0" name=""/>
        <dsp:cNvSpPr/>
      </dsp:nvSpPr>
      <dsp:spPr>
        <a:xfrm rot="5400000">
          <a:off x="5348586" y="1312518"/>
          <a:ext cx="354638" cy="4148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5401448" y="1342629"/>
        <a:ext cx="248915" cy="248247"/>
      </dsp:txXfrm>
    </dsp:sp>
    <dsp:sp modelId="{C682F446-EF46-4014-98A1-53E7FE48D23C}">
      <dsp:nvSpPr>
        <dsp:cNvPr id="0" name=""/>
        <dsp:cNvSpPr/>
      </dsp:nvSpPr>
      <dsp:spPr>
        <a:xfrm>
          <a:off x="4689495" y="1864549"/>
          <a:ext cx="1672820" cy="1003692"/>
        </a:xfrm>
        <a:prstGeom prst="roundRect">
          <a:avLst>
            <a:gd name="adj" fmla="val 10000"/>
          </a:avLst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b="1" i="0" kern="1200" baseline="0"/>
            <a:t>Control de acceso:</a:t>
          </a:r>
          <a:r>
            <a:rPr lang="es-MX" sz="1100" b="0" i="0" kern="1200" baseline="0"/>
            <a:t> Restricción del acceso a sistemas y datos según los roles y permisos.</a:t>
          </a:r>
          <a:endParaRPr lang="en-US" sz="1100" kern="1200"/>
        </a:p>
      </dsp:txBody>
      <dsp:txXfrm>
        <a:off x="4718892" y="1893946"/>
        <a:ext cx="1614026" cy="944898"/>
      </dsp:txXfrm>
    </dsp:sp>
    <dsp:sp modelId="{1857542A-3225-4F2B-BCEA-DA4A819947A0}">
      <dsp:nvSpPr>
        <dsp:cNvPr id="0" name=""/>
        <dsp:cNvSpPr/>
      </dsp:nvSpPr>
      <dsp:spPr>
        <a:xfrm rot="10800000">
          <a:off x="4187649" y="2158966"/>
          <a:ext cx="354638" cy="4148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4557056"/>
            <a:satOff val="-310"/>
            <a:lumOff val="73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10800000">
        <a:off x="4294040" y="2241938"/>
        <a:ext cx="248247" cy="248915"/>
      </dsp:txXfrm>
    </dsp:sp>
    <dsp:sp modelId="{A2FC8D52-B529-42B6-A822-E14253FD6B91}">
      <dsp:nvSpPr>
        <dsp:cNvPr id="0" name=""/>
        <dsp:cNvSpPr/>
      </dsp:nvSpPr>
      <dsp:spPr>
        <a:xfrm>
          <a:off x="2347546" y="1864549"/>
          <a:ext cx="1672820" cy="1003692"/>
        </a:xfrm>
        <a:prstGeom prst="roundRect">
          <a:avLst>
            <a:gd name="adj" fmla="val 10000"/>
          </a:avLst>
        </a:prstGeom>
        <a:solidFill>
          <a:schemeClr val="accent5">
            <a:hueOff val="-5400955"/>
            <a:satOff val="-367"/>
            <a:lumOff val="87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b="1" i="0" kern="1200" baseline="0"/>
            <a:t>Encriptación:</a:t>
          </a:r>
          <a:r>
            <a:rPr lang="es-MX" sz="1100" b="0" i="0" kern="1200" baseline="0"/>
            <a:t> Codificación de datos para proteger su confidencialidad.</a:t>
          </a:r>
          <a:endParaRPr lang="en-US" sz="1100" kern="1200"/>
        </a:p>
      </dsp:txBody>
      <dsp:txXfrm>
        <a:off x="2376943" y="1893946"/>
        <a:ext cx="1614026" cy="944898"/>
      </dsp:txXfrm>
    </dsp:sp>
    <dsp:sp modelId="{1E76AA8B-B1C8-4959-8918-1FE2FE995B7E}">
      <dsp:nvSpPr>
        <dsp:cNvPr id="0" name=""/>
        <dsp:cNvSpPr/>
      </dsp:nvSpPr>
      <dsp:spPr>
        <a:xfrm rot="10800000">
          <a:off x="1845699" y="2158966"/>
          <a:ext cx="354638" cy="4148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10800000">
        <a:off x="1952090" y="2241938"/>
        <a:ext cx="248247" cy="248915"/>
      </dsp:txXfrm>
    </dsp:sp>
    <dsp:sp modelId="{068C89D7-9ACB-4FD1-9202-FE40CE26AC56}">
      <dsp:nvSpPr>
        <dsp:cNvPr id="0" name=""/>
        <dsp:cNvSpPr/>
      </dsp:nvSpPr>
      <dsp:spPr>
        <a:xfrm>
          <a:off x="5596" y="1864549"/>
          <a:ext cx="1672820" cy="1003692"/>
        </a:xfrm>
        <a:prstGeom prst="roundRect">
          <a:avLst>
            <a:gd name="adj" fmla="val 10000"/>
          </a:avLst>
        </a:prstGeom>
        <a:solidFill>
          <a:schemeClr val="accent5">
            <a:hueOff val="-6751195"/>
            <a:satOff val="-459"/>
            <a:lumOff val="108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b="1" i="0" kern="1200" baseline="0"/>
            <a:t>Antivirus/Antimalware:</a:t>
          </a:r>
          <a:r>
            <a:rPr lang="es-MX" sz="1100" b="0" i="0" kern="1200" baseline="0"/>
            <a:t> Software que detecta y elimina amenazas.</a:t>
          </a:r>
          <a:endParaRPr lang="en-US" sz="1100" kern="1200"/>
        </a:p>
      </dsp:txBody>
      <dsp:txXfrm>
        <a:off x="34993" y="1893946"/>
        <a:ext cx="1614026" cy="944898"/>
      </dsp:txXfrm>
    </dsp:sp>
    <dsp:sp modelId="{DDAA070E-B64B-43C1-9E6D-E54983FB2FFC}">
      <dsp:nvSpPr>
        <dsp:cNvPr id="0" name=""/>
        <dsp:cNvSpPr/>
      </dsp:nvSpPr>
      <dsp:spPr>
        <a:xfrm rot="5400000">
          <a:off x="664688" y="2985339"/>
          <a:ext cx="354638" cy="4148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7595094"/>
            <a:satOff val="-516"/>
            <a:lumOff val="122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17550" y="3015450"/>
        <a:ext cx="248915" cy="248247"/>
      </dsp:txXfrm>
    </dsp:sp>
    <dsp:sp modelId="{6CC38D50-BACD-4C27-8D88-E5EE4F675E59}">
      <dsp:nvSpPr>
        <dsp:cNvPr id="0" name=""/>
        <dsp:cNvSpPr/>
      </dsp:nvSpPr>
      <dsp:spPr>
        <a:xfrm>
          <a:off x="5596" y="3537370"/>
          <a:ext cx="1672820" cy="1003692"/>
        </a:xfrm>
        <a:prstGeom prst="roundRect">
          <a:avLst>
            <a:gd name="adj" fmla="val 10000"/>
          </a:avLst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b="1" i="0" kern="1200" baseline="0"/>
            <a:t>Actualizaciones de software:</a:t>
          </a:r>
          <a:r>
            <a:rPr lang="es-MX" sz="1100" b="0" i="0" kern="1200" baseline="0"/>
            <a:t> Aplicación de parches de seguridad para corregir vulnerabilidades.</a:t>
          </a:r>
          <a:endParaRPr lang="en-US" sz="1100" kern="1200"/>
        </a:p>
      </dsp:txBody>
      <dsp:txXfrm>
        <a:off x="34993" y="3566767"/>
        <a:ext cx="1614026" cy="944898"/>
      </dsp:txXfrm>
    </dsp:sp>
    <dsp:sp modelId="{251B595B-4163-4B5D-BF6D-164E6CA2919C}">
      <dsp:nvSpPr>
        <dsp:cNvPr id="0" name=""/>
        <dsp:cNvSpPr/>
      </dsp:nvSpPr>
      <dsp:spPr>
        <a:xfrm>
          <a:off x="1825625" y="3831787"/>
          <a:ext cx="354638" cy="4148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825625" y="3914759"/>
        <a:ext cx="248247" cy="248915"/>
      </dsp:txXfrm>
    </dsp:sp>
    <dsp:sp modelId="{E325A196-D36B-4181-BA1B-DF1B297A8FEC}">
      <dsp:nvSpPr>
        <dsp:cNvPr id="0" name=""/>
        <dsp:cNvSpPr/>
      </dsp:nvSpPr>
      <dsp:spPr>
        <a:xfrm>
          <a:off x="2347546" y="3537370"/>
          <a:ext cx="1672820" cy="1003692"/>
        </a:xfrm>
        <a:prstGeom prst="roundRect">
          <a:avLst>
            <a:gd name="adj" fmla="val 10000"/>
          </a:avLst>
        </a:prstGeom>
        <a:solidFill>
          <a:schemeClr val="accent5">
            <a:hueOff val="-9451672"/>
            <a:satOff val="-642"/>
            <a:lumOff val="15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b="1" i="0" kern="1200" baseline="0"/>
            <a:t>Políticas de seguridad:</a:t>
          </a:r>
          <a:r>
            <a:rPr lang="es-MX" sz="1100" b="0" i="0" kern="1200" baseline="0"/>
            <a:t> Documentos que establecen las normas de seguridad.</a:t>
          </a:r>
          <a:endParaRPr lang="en-US" sz="1100" kern="1200"/>
        </a:p>
      </dsp:txBody>
      <dsp:txXfrm>
        <a:off x="2376943" y="3566767"/>
        <a:ext cx="1614026" cy="944898"/>
      </dsp:txXfrm>
    </dsp:sp>
    <dsp:sp modelId="{9551E400-5E59-4388-BA8B-5774C1220D58}">
      <dsp:nvSpPr>
        <dsp:cNvPr id="0" name=""/>
        <dsp:cNvSpPr/>
      </dsp:nvSpPr>
      <dsp:spPr>
        <a:xfrm>
          <a:off x="4167575" y="3831787"/>
          <a:ext cx="354638" cy="4148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0633130"/>
            <a:satOff val="-723"/>
            <a:lumOff val="171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4167575" y="3914759"/>
        <a:ext cx="248247" cy="248915"/>
      </dsp:txXfrm>
    </dsp:sp>
    <dsp:sp modelId="{D88FC2A9-CE98-4AE6-A0F1-9681B7E42727}">
      <dsp:nvSpPr>
        <dsp:cNvPr id="0" name=""/>
        <dsp:cNvSpPr/>
      </dsp:nvSpPr>
      <dsp:spPr>
        <a:xfrm>
          <a:off x="4689495" y="3537370"/>
          <a:ext cx="1672820" cy="1003692"/>
        </a:xfrm>
        <a:prstGeom prst="roundRect">
          <a:avLst>
            <a:gd name="adj" fmla="val 10000"/>
          </a:avLst>
        </a:prstGeom>
        <a:solidFill>
          <a:schemeClr val="accent5">
            <a:hueOff val="-10801911"/>
            <a:satOff val="-734"/>
            <a:lumOff val="174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b="1" i="0" kern="1200" baseline="0" dirty="0"/>
            <a:t>Capacitación:</a:t>
          </a:r>
          <a:r>
            <a:rPr lang="es-MX" sz="1100" b="0" i="0" kern="1200" baseline="0" dirty="0"/>
            <a:t> Formación del personal en materia de seguridad.</a:t>
          </a:r>
          <a:endParaRPr lang="en-US" sz="1100" kern="1200" dirty="0"/>
        </a:p>
      </dsp:txBody>
      <dsp:txXfrm>
        <a:off x="4718892" y="3566767"/>
        <a:ext cx="1614026" cy="944898"/>
      </dsp:txXfrm>
    </dsp:sp>
    <dsp:sp modelId="{20434E38-229E-4EE1-B6AC-918A3A2F48D9}">
      <dsp:nvSpPr>
        <dsp:cNvPr id="0" name=""/>
        <dsp:cNvSpPr/>
      </dsp:nvSpPr>
      <dsp:spPr>
        <a:xfrm rot="5400000">
          <a:off x="5348586" y="4658160"/>
          <a:ext cx="354638" cy="4148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5401448" y="4688271"/>
        <a:ext cx="248915" cy="248247"/>
      </dsp:txXfrm>
    </dsp:sp>
    <dsp:sp modelId="{6415985B-53D5-42A5-974A-F3BF510EE0E0}">
      <dsp:nvSpPr>
        <dsp:cNvPr id="0" name=""/>
        <dsp:cNvSpPr/>
      </dsp:nvSpPr>
      <dsp:spPr>
        <a:xfrm>
          <a:off x="4689495" y="5210191"/>
          <a:ext cx="1672820" cy="1003692"/>
        </a:xfrm>
        <a:prstGeom prst="roundRect">
          <a:avLst>
            <a:gd name="adj" fmla="val 1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b="1" i="0" kern="1200" baseline="0" dirty="0"/>
            <a:t>Monitoreo de actividades:</a:t>
          </a:r>
          <a:r>
            <a:rPr lang="es-MX" sz="1100" b="0" i="0" kern="1200" baseline="0" dirty="0"/>
            <a:t> Vigilancia de las actividades en los sistemas para detectar anomalías.</a:t>
          </a:r>
          <a:endParaRPr lang="en-US" sz="1100" kern="1200" dirty="0"/>
        </a:p>
      </dsp:txBody>
      <dsp:txXfrm>
        <a:off x="4718892" y="5239588"/>
        <a:ext cx="1614026" cy="9448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43B430-CD09-1D44-D316-3FF6E69E0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D09E7C-F502-9846-B819-1844CB1BE4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935A0D-16B4-7CAB-55CC-D9B3554C6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20BB-0BB3-4C02-8405-178198FE1AF0}" type="datetimeFigureOut">
              <a:rPr lang="es-MX" smtClean="0"/>
              <a:t>26/08/2025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908721-07A1-A456-0505-B57DBE088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51E0F8-239A-810B-F8E0-713DC6904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C77E2-E25C-4893-A4A6-CE10FC8C27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803753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E4675F-23AC-FBF4-C8DB-8920BB71D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90E960-8E37-8389-F0B2-997E328AD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630E47-021F-C6C5-5770-105271B9D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20BB-0BB3-4C02-8405-178198FE1AF0}" type="datetimeFigureOut">
              <a:rPr lang="es-MX" smtClean="0"/>
              <a:t>26/08/2025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CCFD8F-8AAB-9B1D-A370-875E0941D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6B7B8C-D4AF-17B0-3B3A-802564927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C77E2-E25C-4893-A4A6-CE10FC8C27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066113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708B67-14B6-0FD4-8DC7-0956C02FC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C85F5F-3AEF-DA2C-3065-1BD3F8D5A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815650-1BBD-744C-58D4-45856611D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20BB-0BB3-4C02-8405-178198FE1AF0}" type="datetimeFigureOut">
              <a:rPr lang="es-MX" smtClean="0"/>
              <a:t>26/08/2025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70967F-6AC4-35B5-EDBE-91B94D8A7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CD298C-5F49-B93C-43EA-9958171E0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C77E2-E25C-4893-A4A6-CE10FC8C27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09338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6DE34-C57A-5212-EA3A-7F18C0842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B33FFB-69DB-0623-56D1-9591BBA8C1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E69F924-EADF-D8EA-ADBB-81434E23DE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65E4CC-B0C1-69A0-EC58-443041A8E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20BB-0BB3-4C02-8405-178198FE1AF0}" type="datetimeFigureOut">
              <a:rPr lang="es-MX" smtClean="0"/>
              <a:t>26/08/2025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586B6E-1A16-867A-033F-211B801BE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86AE8AD-50FB-6F0F-6D67-7E0F66606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C77E2-E25C-4893-A4A6-CE10FC8C27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826585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2A4C1D-5418-0BCA-577C-DB8E9F9AA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72D21B-6680-B24A-5360-6D64252AB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E4D4D35-8853-8092-5D92-433FB43E78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6631269-A2AE-4C11-5609-051552FC2F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EA5CCB9-4173-38B4-E5AA-89BF655A48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A25AAF6-7205-3C63-7374-3D1861C8B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20BB-0BB3-4C02-8405-178198FE1AF0}" type="datetimeFigureOut">
              <a:rPr lang="es-MX" smtClean="0"/>
              <a:t>26/08/2025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DF7F90A-4135-09C9-0FCC-FCC2DE9FC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524EFA0-9C37-C9F2-7B09-CDDD6ECBE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C77E2-E25C-4893-A4A6-CE10FC8C27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433026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C16B4D-0525-9589-5AF6-6AD48CDFC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386C74C-C733-0FC5-F23B-B28F03842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20BB-0BB3-4C02-8405-178198FE1AF0}" type="datetimeFigureOut">
              <a:rPr lang="es-MX" smtClean="0"/>
              <a:t>26/08/2025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7D2AEBC-07E2-178A-AABA-E780C60DC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2200314-115C-E6C3-6FE8-35FBBAD46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C77E2-E25C-4893-A4A6-CE10FC8C27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007313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9A1E220-F569-784A-88ED-6E1BB1800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20BB-0BB3-4C02-8405-178198FE1AF0}" type="datetimeFigureOut">
              <a:rPr lang="es-MX" smtClean="0"/>
              <a:t>26/08/2025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A953FDB-86C9-02BC-B094-47A01529C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D0322E2-FC49-A2EA-297B-3E660BFD4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C77E2-E25C-4893-A4A6-CE10FC8C27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167676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1E862B-48D2-F409-06A9-B245AB263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762F1C-358B-CD43-3CDC-EC832AD0F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22E940-7265-754C-2240-61200340E7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4CF5AA1-6ED5-997C-34E9-1637636EE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20BB-0BB3-4C02-8405-178198FE1AF0}" type="datetimeFigureOut">
              <a:rPr lang="es-MX" smtClean="0"/>
              <a:t>26/08/2025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1442F48-822C-228B-BE15-093203C2E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488656F-9088-75DA-DB83-5BCFFFAA9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C77E2-E25C-4893-A4A6-CE10FC8C27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17369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DEC2FD-B112-119F-61EE-1A4CF6B84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88A3D2C-3871-92FF-7EAE-9F88B43FFB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DA3894-3DD7-BCEB-0272-447354A938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8C4057F-A704-5B5E-0374-53669501A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20BB-0BB3-4C02-8405-178198FE1AF0}" type="datetimeFigureOut">
              <a:rPr lang="es-MX" smtClean="0"/>
              <a:t>26/08/2025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5D50E28-024F-4513-201C-EBA90E5CA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313B710-E3FF-5625-3866-EF97C5090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C77E2-E25C-4893-A4A6-CE10FC8C27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2154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CD90F9-0999-82FA-008F-2C978D10A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8304B83-5249-663E-7762-33C339DEB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BAC5A8-B14E-6340-CF1A-40CDDD95D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20BB-0BB3-4C02-8405-178198FE1AF0}" type="datetimeFigureOut">
              <a:rPr lang="es-MX" smtClean="0"/>
              <a:t>26/08/2025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AA6B82-E70D-83EE-604B-C4DB2B979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E554BC-5749-6AB9-7BCA-3507FFE47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C77E2-E25C-4893-A4A6-CE10FC8C27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032654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7933555-5BEA-A703-EF3F-B66FC3D0D2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C5398A2-C413-5EF6-1CCE-EE762DF492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F8E693-FB85-D849-060A-609FDC49E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20BB-0BB3-4C02-8405-178198FE1AF0}" type="datetimeFigureOut">
              <a:rPr lang="es-MX" smtClean="0"/>
              <a:t>26/08/2025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F1A8C5-07CD-5425-EE1F-0883082C3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7239BC-8BD7-B706-E42E-53170FA63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C77E2-E25C-4893-A4A6-CE10FC8C27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515890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EDB59D9-28D9-820C-040C-71D54ACBD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C57BB40-F8B6-F5DA-7FB4-EC6CCCC63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4D415C-4215-8436-5347-4A388E0A18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D920BB-0BB3-4C02-8405-178198FE1AF0}" type="datetimeFigureOut">
              <a:rPr lang="es-MX" smtClean="0"/>
              <a:t>26/08/2025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3E2393-6E57-0600-D2F5-E9443303E9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0BD9C7-6253-85BE-6EE4-B11D7B3899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4C77E2-E25C-4893-A4A6-CE10FC8C27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71964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EA50B1D-45F5-75CC-D330-4823DD804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s-MX" sz="4800">
                <a:solidFill>
                  <a:srgbClr val="FFFFFF"/>
                </a:solidFill>
              </a:rPr>
              <a:t>Matriz de Seguridad de activos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C46A15-4903-8D7E-182A-AAE0E4575B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s-MX">
                <a:solidFill>
                  <a:srgbClr val="FFFFFF"/>
                </a:solidFill>
              </a:rPr>
              <a:t>By Lemus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1644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Slide Background Fill">
            <a:extLst>
              <a:ext uri="{FF2B5EF4-FFF2-40B4-BE49-F238E27FC236}">
                <a16:creationId xmlns:a16="http://schemas.microsoft.com/office/drawing/2014/main" id="{03AF1C04-3FEF-41BD-BB84-2F263765B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DD5E267-EB6F-47DF-ABEF-2C1BED44D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848" y="0"/>
            <a:ext cx="12188949" cy="6858000"/>
            <a:chOff x="-2848" y="0"/>
            <a:chExt cx="12188949" cy="6858000"/>
          </a:xfrm>
        </p:grpSpPr>
        <p:sp>
          <p:nvSpPr>
            <p:cNvPr id="22" name="Color Cover">
              <a:extLst>
                <a:ext uri="{FF2B5EF4-FFF2-40B4-BE49-F238E27FC236}">
                  <a16:creationId xmlns:a16="http://schemas.microsoft.com/office/drawing/2014/main" id="{4BA86AA3-0623-4268-861E-ADA01A7C07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Color Cover">
              <a:extLst>
                <a:ext uri="{FF2B5EF4-FFF2-40B4-BE49-F238E27FC236}">
                  <a16:creationId xmlns:a16="http://schemas.microsoft.com/office/drawing/2014/main" id="{72692EF2-4C1F-4ED7-9C00-6CF92783E2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6828D02-A05D-412B-9F20-B68E970B9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1279" y="598259"/>
            <a:ext cx="10889442" cy="5680742"/>
            <a:chOff x="651279" y="598259"/>
            <a:chExt cx="10889442" cy="5680742"/>
          </a:xfrm>
        </p:grpSpPr>
        <p:sp>
          <p:nvSpPr>
            <p:cNvPr id="26" name="Color">
              <a:extLst>
                <a:ext uri="{FF2B5EF4-FFF2-40B4-BE49-F238E27FC236}">
                  <a16:creationId xmlns:a16="http://schemas.microsoft.com/office/drawing/2014/main" id="{A1A8E50E-11DE-480E-A93B-F503760BCC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Color">
              <a:extLst>
                <a:ext uri="{FF2B5EF4-FFF2-40B4-BE49-F238E27FC236}">
                  <a16:creationId xmlns:a16="http://schemas.microsoft.com/office/drawing/2014/main" id="{D2E2EE99-89A4-435B-B61A-3C8B5B2B2D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Imagen 2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CBA3BE66-3B22-40EB-22EB-2CEC935C6D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026" y="1131373"/>
            <a:ext cx="4571936" cy="4571936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7" name="CuadroTexto 6">
            <a:extLst>
              <a:ext uri="{FF2B5EF4-FFF2-40B4-BE49-F238E27FC236}">
                <a16:creationId xmlns:a16="http://schemas.microsoft.com/office/drawing/2014/main" id="{9D4A44F0-DB66-BA13-7EC8-005A82C3B84D}"/>
              </a:ext>
            </a:extLst>
          </p:cNvPr>
          <p:cNvSpPr txBox="1"/>
          <p:nvPr/>
        </p:nvSpPr>
        <p:spPr>
          <a:xfrm>
            <a:off x="790418" y="2522591"/>
            <a:ext cx="5501548" cy="22778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Esta </a:t>
            </a:r>
            <a:r>
              <a:rPr lang="en-US" b="1" dirty="0" err="1">
                <a:solidFill>
                  <a:schemeClr val="bg1"/>
                </a:solidFill>
              </a:rPr>
              <a:t>lista</a:t>
            </a:r>
            <a:r>
              <a:rPr lang="en-US" b="1" dirty="0">
                <a:solidFill>
                  <a:schemeClr val="bg1"/>
                </a:solidFill>
              </a:rPr>
              <a:t> es un punto de </a:t>
            </a:r>
            <a:r>
              <a:rPr lang="en-US" b="1" dirty="0" err="1">
                <a:solidFill>
                  <a:schemeClr val="bg1"/>
                </a:solidFill>
              </a:rPr>
              <a:t>partida</a:t>
            </a:r>
            <a:r>
              <a:rPr lang="en-US" b="1" dirty="0">
                <a:solidFill>
                  <a:schemeClr val="bg1"/>
                </a:solidFill>
              </a:rPr>
              <a:t> y </a:t>
            </a:r>
            <a:r>
              <a:rPr lang="en-US" b="1" dirty="0" err="1">
                <a:solidFill>
                  <a:schemeClr val="bg1"/>
                </a:solidFill>
              </a:rPr>
              <a:t>puede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adaptarse</a:t>
            </a:r>
            <a:r>
              <a:rPr lang="en-US" b="1" dirty="0">
                <a:solidFill>
                  <a:schemeClr val="bg1"/>
                </a:solidFill>
              </a:rPr>
              <a:t> a las </a:t>
            </a:r>
            <a:r>
              <a:rPr lang="en-US" b="1" dirty="0" err="1">
                <a:solidFill>
                  <a:schemeClr val="bg1"/>
                </a:solidFill>
              </a:rPr>
              <a:t>necesidades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específicas</a:t>
            </a:r>
            <a:r>
              <a:rPr lang="en-US" b="1" dirty="0">
                <a:solidFill>
                  <a:schemeClr val="bg1"/>
                </a:solidFill>
              </a:rPr>
              <a:t> de </a:t>
            </a:r>
            <a:r>
              <a:rPr lang="en-US" b="1" dirty="0" err="1">
                <a:solidFill>
                  <a:schemeClr val="bg1"/>
                </a:solidFill>
              </a:rPr>
              <a:t>cada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empresa</a:t>
            </a:r>
            <a:r>
              <a:rPr lang="en-US" b="1" dirty="0">
                <a:solidFill>
                  <a:schemeClr val="bg1"/>
                </a:solidFill>
              </a:rPr>
              <a:t>. Es </a:t>
            </a:r>
            <a:r>
              <a:rPr lang="en-US" b="1" dirty="0" err="1">
                <a:solidFill>
                  <a:schemeClr val="bg1"/>
                </a:solidFill>
              </a:rPr>
              <a:t>importante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realizar</a:t>
            </a:r>
            <a:r>
              <a:rPr lang="en-US" b="1" dirty="0">
                <a:solidFill>
                  <a:schemeClr val="bg1"/>
                </a:solidFill>
              </a:rPr>
              <a:t> un </a:t>
            </a:r>
            <a:r>
              <a:rPr lang="en-US" b="1" dirty="0" err="1">
                <a:solidFill>
                  <a:schemeClr val="bg1"/>
                </a:solidFill>
              </a:rPr>
              <a:t>inventario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detallado</a:t>
            </a:r>
            <a:r>
              <a:rPr lang="en-US" b="1" dirty="0">
                <a:solidFill>
                  <a:schemeClr val="bg1"/>
                </a:solidFill>
              </a:rPr>
              <a:t> y </a:t>
            </a:r>
            <a:r>
              <a:rPr lang="en-US" b="1" dirty="0" err="1">
                <a:solidFill>
                  <a:schemeClr val="bg1"/>
                </a:solidFill>
              </a:rPr>
              <a:t>actualizado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regularmente</a:t>
            </a:r>
            <a:r>
              <a:rPr lang="en-US" b="1" dirty="0">
                <a:solidFill>
                  <a:schemeClr val="bg1"/>
                </a:solidFill>
              </a:rPr>
              <a:t> para </a:t>
            </a:r>
            <a:r>
              <a:rPr lang="en-US" b="1" dirty="0" err="1">
                <a:solidFill>
                  <a:schemeClr val="bg1"/>
                </a:solidFill>
              </a:rPr>
              <a:t>garantizar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una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gestión</a:t>
            </a:r>
            <a:r>
              <a:rPr lang="en-US" b="1" dirty="0">
                <a:solidFill>
                  <a:schemeClr val="bg1"/>
                </a:solidFill>
              </a:rPr>
              <a:t> de la </a:t>
            </a:r>
            <a:r>
              <a:rPr lang="en-US" b="1" dirty="0" err="1">
                <a:solidFill>
                  <a:schemeClr val="bg1"/>
                </a:solidFill>
              </a:rPr>
              <a:t>seguridad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informática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eficaz</a:t>
            </a:r>
            <a:r>
              <a:rPr lang="en-US" b="1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904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1" descr="Tabla&#10;&#10;Descripción generada automáticamente">
            <a:extLst>
              <a:ext uri="{FF2B5EF4-FFF2-40B4-BE49-F238E27FC236}">
                <a16:creationId xmlns:a16="http://schemas.microsoft.com/office/drawing/2014/main" id="{651FA079-DF03-5C56-747B-1B33499A4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59383"/>
            <a:ext cx="11277600" cy="4539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107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ED6FA23-EAE4-E8E8-0412-0889E3A82274}"/>
              </a:ext>
            </a:extLst>
          </p:cNvPr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Completando la Matriz:</a:t>
            </a:r>
            <a:endParaRPr kumimoji="0" lang="en-US" sz="2000" b="0" i="0" u="none" strike="noStrike" cap="none" spc="0" normalizeH="0" baseline="0" noProof="0">
              <a:ln>
                <a:noFill/>
              </a:ln>
              <a:effectLst/>
              <a:uLnTx/>
              <a:uFillTx/>
            </a:endParaRPr>
          </a:p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Para completar la matriz, debes:</a:t>
            </a:r>
          </a:p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Evaluar cada activo:</a:t>
            </a:r>
            <a:r>
              <a:rPr kumimoji="0" lang="en-US" sz="2000" b="0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 Determina el nivel de criticidad y los riesgos más relevantes para cada uno.</a:t>
            </a:r>
          </a:p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Definir controles específicos:</a:t>
            </a:r>
            <a:r>
              <a:rPr kumimoji="0" lang="en-US" sz="2000" b="0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 Selecciona los controles de seguridad más adecuados para mitigar los riesgos identificados.</a:t>
            </a:r>
          </a:p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Justificar las decisiones:</a:t>
            </a:r>
            <a:r>
              <a:rPr kumimoji="0" lang="en-US" sz="2000" b="0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 Explica por qué se han asignado determinados niveles de criticidad y riesgos, y por qué se han seleccionado esos controles.</a:t>
            </a:r>
          </a:p>
        </p:txBody>
      </p:sp>
    </p:spTree>
    <p:extLst>
      <p:ext uri="{BB962C8B-B14F-4D97-AF65-F5344CB8AC3E}">
        <p14:creationId xmlns:p14="http://schemas.microsoft.com/office/powerpoint/2010/main" val="14279957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uadroTexto 2">
            <a:extLst>
              <a:ext uri="{FF2B5EF4-FFF2-40B4-BE49-F238E27FC236}">
                <a16:creationId xmlns:a16="http://schemas.microsoft.com/office/drawing/2014/main" id="{7AA6A863-6639-C546-135F-43778FFB43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867369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996775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uadroTexto 2">
            <a:extLst>
              <a:ext uri="{FF2B5EF4-FFF2-40B4-BE49-F238E27FC236}">
                <a16:creationId xmlns:a16="http://schemas.microsoft.com/office/drawing/2014/main" id="{ED7CA893-E010-4AAF-A815-08744E2952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611316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4919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25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aphicFrame>
        <p:nvGraphicFramePr>
          <p:cNvPr id="5" name="CuadroTexto 2">
            <a:extLst>
              <a:ext uri="{FF2B5EF4-FFF2-40B4-BE49-F238E27FC236}">
                <a16:creationId xmlns:a16="http://schemas.microsoft.com/office/drawing/2014/main" id="{2B347A50-FF31-A5F4-CAAB-BFEAD225B4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9347208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CB4F9326-F468-40B9-405C-AF24701B30AF}"/>
              </a:ext>
            </a:extLst>
          </p:cNvPr>
          <p:cNvSpPr txBox="1"/>
          <p:nvPr/>
        </p:nvSpPr>
        <p:spPr>
          <a:xfrm>
            <a:off x="613015" y="1778749"/>
            <a:ext cx="286170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1" dirty="0">
                <a:solidFill>
                  <a:schemeClr val="bg1"/>
                </a:solidFill>
              </a:rPr>
              <a:t>Controles de Seguridad Propuestos por la ISO-IEC</a:t>
            </a:r>
          </a:p>
        </p:txBody>
      </p:sp>
    </p:spTree>
    <p:extLst>
      <p:ext uri="{BB962C8B-B14F-4D97-AF65-F5344CB8AC3E}">
        <p14:creationId xmlns:p14="http://schemas.microsoft.com/office/powerpoint/2010/main" val="15966689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 descr="Interfaz de usuario gráfica, Aplicación&#10;&#10;Descripción generada automáticamente con confianza media">
            <a:extLst>
              <a:ext uri="{FF2B5EF4-FFF2-40B4-BE49-F238E27FC236}">
                <a16:creationId xmlns:a16="http://schemas.microsoft.com/office/drawing/2014/main" id="{076C4797-68FC-F0E7-AF04-9983F85E90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16" y="457200"/>
            <a:ext cx="10116768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6511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2EB512C-0C62-B240-1151-CF68AD433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GRACIAS POR SU ATENCIÓN AHORA A TRABAJAR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B678C9C-FAD5-6517-ABB0-7417C4B6F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31874" y="4797188"/>
            <a:ext cx="6051236" cy="1241828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FIRMES Y DIGNOS…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3843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416</Words>
  <Application>Microsoft Office PowerPoint</Application>
  <PresentationFormat>Panorámica</PresentationFormat>
  <Paragraphs>33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de Office</vt:lpstr>
      <vt:lpstr>Matriz de Seguridad de activos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GRACIAS POR SU ATENCIÓN AHORA A TRABAJAR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Fernando Gonzalez Lemus</dc:creator>
  <cp:lastModifiedBy>Fernando Gonzalez Lemus</cp:lastModifiedBy>
  <cp:revision>1</cp:revision>
  <dcterms:created xsi:type="dcterms:W3CDTF">2024-08-27T14:39:39Z</dcterms:created>
  <dcterms:modified xsi:type="dcterms:W3CDTF">2025-08-26T12:55:46Z</dcterms:modified>
</cp:coreProperties>
</file>